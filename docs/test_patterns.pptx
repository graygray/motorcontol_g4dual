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101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11480" y="384048"/>
            <a:ext cx="109728" cy="219456"/>
          </a:xfrm>
          <a:prstGeom prst="rect">
            <a:avLst/>
          </a:prstGeom>
          <a:solidFill>
            <a:srgbClr val="51D5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56616"/>
            <a:ext cx="10058400" cy="2324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3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51D5BF"/>
                </a:solidFill>
                <a:latin typeface="Arial"/>
              </a:defRPr>
            </a:pPr>
            <a:r>
              <a:t>FIELD GUIDE / VERSION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850392"/>
            <a:ext cx="10972800" cy="5791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4160"/>
              </a:lnSpc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F4F7FA"/>
                </a:solidFill>
                <a:latin typeface="Arial"/>
              </a:defRPr>
            </a:pPr>
            <a:r>
              <a:t>Motor test patterns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1499616"/>
            <a:ext cx="10972800" cy="3149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080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B4C4D5"/>
                </a:solidFill>
                <a:latin typeface="Arial"/>
              </a:defRPr>
            </a:pPr>
            <a:r>
              <a:t>Usage, motion meaning and result interpretation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473952"/>
            <a:ext cx="9144000" cy="2159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B4C4D5"/>
                </a:solidFill>
                <a:latin typeface="Arial"/>
              </a:defRPr>
            </a:pPr>
            <a:r>
              <a:t>motor_control_g4dual  /  TEST PATTERNS v3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46520"/>
            <a:ext cx="594360" cy="2654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690"/>
              </a:lnSpc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51D5BF"/>
                </a:solidFill>
                <a:latin typeface="Arial"/>
              </a:defRPr>
            </a:pPr>
            <a: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331720"/>
            <a:ext cx="6400800" cy="148717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770"/>
              </a:lnSpc>
              <a:spcBef>
                <a:spcPts val="0"/>
              </a:spcBef>
              <a:spcAft>
                <a:spcPts val="0"/>
              </a:spcAft>
              <a:defRPr sz="2900" b="1">
                <a:solidFill>
                  <a:srgbClr val="F4F7FA"/>
                </a:solidFill>
                <a:latin typeface="Arial"/>
              </a:defRPr>
            </a:pPr>
            <a:r>
              <a:t>One node. Five patterns.</a:t>
            </a:r>
          </a:p>
          <a:p>
            <a:pPr>
              <a:lnSpc>
                <a:spcPts val="3770"/>
              </a:lnSpc>
              <a:spcBef>
                <a:spcPts val="0"/>
              </a:spcBef>
              <a:spcAft>
                <a:spcPts val="0"/>
              </a:spcAft>
              <a:defRPr sz="2900" b="1">
                <a:solidFill>
                  <a:srgbClr val="F4F7FA"/>
                </a:solidFill>
                <a:latin typeface="Arial"/>
              </a:defRPr>
            </a:pPr>
            <a:r>
              <a:t>A repeatable way to inspect</a:t>
            </a:r>
          </a:p>
          <a:p>
            <a:pPr>
              <a:lnSpc>
                <a:spcPts val="3770"/>
              </a:lnSpc>
              <a:spcBef>
                <a:spcPts val="0"/>
              </a:spcBef>
              <a:spcAft>
                <a:spcPts val="0"/>
              </a:spcAft>
              <a:defRPr sz="2900" b="1">
                <a:solidFill>
                  <a:srgbClr val="F4F7FA"/>
                </a:solidFill>
                <a:latin typeface="Arial"/>
              </a:defRPr>
            </a:pPr>
            <a:r>
              <a:t>motor and platform behavior.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4087368"/>
            <a:ext cx="6400800" cy="9423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4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B4C4D5"/>
                </a:solidFill>
                <a:latin typeface="Arial"/>
              </a:defRPr>
            </a:pPr>
            <a:r>
              <a:t>Straight  /  Rotate  /  Circle  /  Square  /  S</a:t>
            </a:r>
          </a:p>
          <a:p>
            <a:pPr>
              <a:lnSpc>
                <a:spcPts val="234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B4C4D5"/>
                </a:solidFill>
                <a:latin typeface="Arial"/>
              </a:defRPr>
            </a:pPr>
            <a:r>
              <a:t>Commands: aic mc tp &lt;pattern&gt;</a:t>
            </a:r>
          </a:p>
          <a:p>
            <a:pPr>
              <a:lnSpc>
                <a:spcPts val="234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B4C4D5"/>
                </a:solidFill>
                <a:latin typeface="Arial"/>
              </a:defRPr>
            </a:pPr>
            <a:r>
              <a:t>Editable guide + printable reference</a:t>
            </a:r>
          </a:p>
        </p:txBody>
      </p:sp>
      <p:cxnSp>
        <p:nvCxnSpPr>
          <p:cNvPr id="11" name="Connector 10"/>
          <p:cNvCxnSpPr/>
          <p:nvPr/>
        </p:nvCxnSpPr>
        <p:spPr>
          <a:xfrm flipV="1">
            <a:off x="7498079" y="5394959"/>
            <a:ext cx="15606" cy="1"/>
          </a:xfrm>
          <a:prstGeom prst="line">
            <a:avLst/>
          </a:prstGeom>
          <a:ln w="63500">
            <a:solidFill>
              <a:srgbClr val="51D5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V="1">
            <a:off x="7513685" y="5394954"/>
            <a:ext cx="15606" cy="5"/>
          </a:xfrm>
          <a:prstGeom prst="line">
            <a:avLst/>
          </a:prstGeom>
          <a:ln w="63500">
            <a:solidFill>
              <a:srgbClr val="51D5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V="1">
            <a:off x="7529291" y="5394940"/>
            <a:ext cx="15606" cy="14"/>
          </a:xfrm>
          <a:prstGeom prst="line">
            <a:avLst/>
          </a:prstGeom>
          <a:ln w="63500">
            <a:solidFill>
              <a:srgbClr val="51D5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V="1">
            <a:off x="7544897" y="5394914"/>
            <a:ext cx="15606" cy="26"/>
          </a:xfrm>
          <a:prstGeom prst="line">
            <a:avLst/>
          </a:prstGeom>
          <a:ln w="63500">
            <a:solidFill>
              <a:srgbClr val="51D5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V="1">
            <a:off x="7560503" y="5394870"/>
            <a:ext cx="15605" cy="44"/>
          </a:xfrm>
          <a:prstGeom prst="line">
            <a:avLst/>
          </a:prstGeom>
          <a:ln w="63500">
            <a:solidFill>
              <a:srgbClr val="51D5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V="1">
            <a:off x="7576108" y="5394804"/>
            <a:ext cx="15606" cy="66"/>
          </a:xfrm>
          <a:prstGeom prst="line">
            <a:avLst/>
          </a:prstGeom>
          <a:ln w="63500">
            <a:solidFill>
              <a:srgbClr val="51D5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7591714" y="5394712"/>
            <a:ext cx="15605" cy="92"/>
          </a:xfrm>
          <a:prstGeom prst="line">
            <a:avLst/>
          </a:prstGeom>
          <a:ln w="63500">
            <a:solidFill>
              <a:srgbClr val="51D5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V="1">
            <a:off x="7607319" y="5394590"/>
            <a:ext cx="15606" cy="122"/>
          </a:xfrm>
          <a:prstGeom prst="line">
            <a:avLst/>
          </a:prstGeom>
          <a:ln w="63500">
            <a:solidFill>
              <a:srgbClr val="51D5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V="1">
            <a:off x="7622925" y="5394433"/>
            <a:ext cx="15605" cy="157"/>
          </a:xfrm>
          <a:prstGeom prst="line">
            <a:avLst/>
          </a:prstGeom>
          <a:ln w="63500">
            <a:solidFill>
              <a:srgbClr val="51D5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V="1">
            <a:off x="7638530" y="5394237"/>
            <a:ext cx="15604" cy="196"/>
          </a:xfrm>
          <a:prstGeom prst="line">
            <a:avLst/>
          </a:prstGeom>
          <a:ln w="63500">
            <a:solidFill>
              <a:srgbClr val="51D5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V="1">
            <a:off x="7654134" y="5393997"/>
            <a:ext cx="15604" cy="240"/>
          </a:xfrm>
          <a:prstGeom prst="line">
            <a:avLst/>
          </a:prstGeom>
          <a:ln w="63500">
            <a:solidFill>
              <a:srgbClr val="51D5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V="1">
            <a:off x="7669738" y="5393711"/>
            <a:ext cx="15603" cy="286"/>
          </a:xfrm>
          <a:prstGeom prst="line">
            <a:avLst/>
          </a:prstGeom>
          <a:ln w="63500">
            <a:solidFill>
              <a:srgbClr val="51D5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V="1">
            <a:off x="7685341" y="5393372"/>
            <a:ext cx="15602" cy="339"/>
          </a:xfrm>
          <a:prstGeom prst="line">
            <a:avLst/>
          </a:prstGeom>
          <a:ln w="63500">
            <a:solidFill>
              <a:srgbClr val="51D5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V="1">
            <a:off x="7700943" y="5392978"/>
            <a:ext cx="15601" cy="394"/>
          </a:xfrm>
          <a:prstGeom prst="line">
            <a:avLst/>
          </a:prstGeom>
          <a:ln w="63500">
            <a:solidFill>
              <a:srgbClr val="51D5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V="1">
            <a:off x="7716544" y="5392523"/>
            <a:ext cx="15599" cy="455"/>
          </a:xfrm>
          <a:prstGeom prst="line">
            <a:avLst/>
          </a:prstGeom>
          <a:ln w="63500">
            <a:solidFill>
              <a:srgbClr val="51D5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V="1">
            <a:off x="7732143" y="5392004"/>
            <a:ext cx="15597" cy="519"/>
          </a:xfrm>
          <a:prstGeom prst="line">
            <a:avLst/>
          </a:prstGeom>
          <a:ln w="63500">
            <a:solidFill>
              <a:srgbClr val="51D5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V="1">
            <a:off x="7747740" y="5391417"/>
            <a:ext cx="15595" cy="587"/>
          </a:xfrm>
          <a:prstGeom prst="line">
            <a:avLst/>
          </a:prstGeom>
          <a:ln w="63500">
            <a:solidFill>
              <a:srgbClr val="51D5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V="1">
            <a:off x="7763335" y="5390757"/>
            <a:ext cx="15592" cy="660"/>
          </a:xfrm>
          <a:prstGeom prst="line">
            <a:avLst/>
          </a:prstGeom>
          <a:ln w="63500">
            <a:solidFill>
              <a:srgbClr val="51D5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 flipV="1">
            <a:off x="7778927" y="5390021"/>
            <a:ext cx="15588" cy="736"/>
          </a:xfrm>
          <a:prstGeom prst="line">
            <a:avLst/>
          </a:prstGeom>
          <a:ln w="63500">
            <a:solidFill>
              <a:srgbClr val="51D5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 flipV="1">
            <a:off x="7794515" y="5389204"/>
            <a:ext cx="15585" cy="817"/>
          </a:xfrm>
          <a:prstGeom prst="line">
            <a:avLst/>
          </a:prstGeom>
          <a:ln w="63500">
            <a:solidFill>
              <a:srgbClr val="51D5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 flipV="1">
            <a:off x="7810100" y="5388303"/>
            <a:ext cx="15579" cy="901"/>
          </a:xfrm>
          <a:prstGeom prst="line">
            <a:avLst/>
          </a:prstGeom>
          <a:ln w="63500">
            <a:solidFill>
              <a:srgbClr val="51D5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 flipV="1">
            <a:off x="7825679" y="5387314"/>
            <a:ext cx="15575" cy="989"/>
          </a:xfrm>
          <a:prstGeom prst="line">
            <a:avLst/>
          </a:prstGeom>
          <a:ln w="63500">
            <a:solidFill>
              <a:srgbClr val="51D5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 flipV="1">
            <a:off x="7841254" y="5386232"/>
            <a:ext cx="15568" cy="1082"/>
          </a:xfrm>
          <a:prstGeom prst="line">
            <a:avLst/>
          </a:prstGeom>
          <a:ln w="63500">
            <a:solidFill>
              <a:srgbClr val="51D5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 flipV="1">
            <a:off x="7856822" y="5385053"/>
            <a:ext cx="15561" cy="1179"/>
          </a:xfrm>
          <a:prstGeom prst="line">
            <a:avLst/>
          </a:prstGeom>
          <a:ln w="63500">
            <a:solidFill>
              <a:srgbClr val="51D5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 flipV="1">
            <a:off x="7872383" y="5383775"/>
            <a:ext cx="15553" cy="1278"/>
          </a:xfrm>
          <a:prstGeom prst="line">
            <a:avLst/>
          </a:prstGeom>
          <a:ln w="63500">
            <a:solidFill>
              <a:srgbClr val="51D5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 flipV="1">
            <a:off x="7887936" y="5382394"/>
            <a:ext cx="15545" cy="1381"/>
          </a:xfrm>
          <a:prstGeom prst="line">
            <a:avLst/>
          </a:prstGeom>
          <a:ln w="63500">
            <a:solidFill>
              <a:srgbClr val="51D5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 flipV="1">
            <a:off x="7903481" y="5380905"/>
            <a:ext cx="15534" cy="1489"/>
          </a:xfrm>
          <a:prstGeom prst="line">
            <a:avLst/>
          </a:prstGeom>
          <a:ln w="63500">
            <a:solidFill>
              <a:srgbClr val="51D5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 flipV="1">
            <a:off x="7919015" y="5379305"/>
            <a:ext cx="15524" cy="1600"/>
          </a:xfrm>
          <a:prstGeom prst="line">
            <a:avLst/>
          </a:prstGeom>
          <a:ln w="63500">
            <a:solidFill>
              <a:srgbClr val="51D5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 flipV="1">
            <a:off x="7934539" y="5377590"/>
            <a:ext cx="15511" cy="1715"/>
          </a:xfrm>
          <a:prstGeom prst="line">
            <a:avLst/>
          </a:prstGeom>
          <a:ln w="63500">
            <a:solidFill>
              <a:srgbClr val="51D5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 flipV="1">
            <a:off x="7950050" y="5375758"/>
            <a:ext cx="15498" cy="1832"/>
          </a:xfrm>
          <a:prstGeom prst="line">
            <a:avLst/>
          </a:prstGeom>
          <a:ln w="63500">
            <a:solidFill>
              <a:srgbClr val="51D5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 flipV="1">
            <a:off x="7965548" y="5373804"/>
            <a:ext cx="15483" cy="1954"/>
          </a:xfrm>
          <a:prstGeom prst="line">
            <a:avLst/>
          </a:prstGeom>
          <a:ln w="63500">
            <a:solidFill>
              <a:srgbClr val="51D5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 flipV="1">
            <a:off x="7981031" y="5371725"/>
            <a:ext cx="15467" cy="2079"/>
          </a:xfrm>
          <a:prstGeom prst="line">
            <a:avLst/>
          </a:prstGeom>
          <a:ln w="63500">
            <a:solidFill>
              <a:srgbClr val="51D5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 flipV="1">
            <a:off x="7996498" y="5369519"/>
            <a:ext cx="15449" cy="2206"/>
          </a:xfrm>
          <a:prstGeom prst="line">
            <a:avLst/>
          </a:prstGeom>
          <a:ln w="63500">
            <a:solidFill>
              <a:srgbClr val="51D5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 flipV="1">
            <a:off x="8011947" y="5367181"/>
            <a:ext cx="15429" cy="2338"/>
          </a:xfrm>
          <a:prstGeom prst="line">
            <a:avLst/>
          </a:prstGeom>
          <a:ln w="63500">
            <a:solidFill>
              <a:srgbClr val="51D5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 flipV="1">
            <a:off x="8027376" y="5364709"/>
            <a:ext cx="15409" cy="2472"/>
          </a:xfrm>
          <a:prstGeom prst="line">
            <a:avLst/>
          </a:prstGeom>
          <a:ln w="63500">
            <a:solidFill>
              <a:srgbClr val="51D5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 flipV="1">
            <a:off x="8042785" y="5362099"/>
            <a:ext cx="15386" cy="2610"/>
          </a:xfrm>
          <a:prstGeom prst="line">
            <a:avLst/>
          </a:prstGeom>
          <a:ln w="63500">
            <a:solidFill>
              <a:srgbClr val="51D5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 flipV="1">
            <a:off x="8058171" y="5359349"/>
            <a:ext cx="15362" cy="2750"/>
          </a:xfrm>
          <a:prstGeom prst="line">
            <a:avLst/>
          </a:prstGeom>
          <a:ln w="63500">
            <a:solidFill>
              <a:srgbClr val="51D5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 flipV="1">
            <a:off x="8073533" y="5356456"/>
            <a:ext cx="15335" cy="2893"/>
          </a:xfrm>
          <a:prstGeom prst="line">
            <a:avLst/>
          </a:prstGeom>
          <a:ln w="63500">
            <a:solidFill>
              <a:srgbClr val="51D5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 flipV="1">
            <a:off x="8088868" y="5353417"/>
            <a:ext cx="15307" cy="3039"/>
          </a:xfrm>
          <a:prstGeom prst="line">
            <a:avLst/>
          </a:prstGeom>
          <a:ln w="63500">
            <a:solidFill>
              <a:srgbClr val="51D5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 flipV="1">
            <a:off x="8104175" y="5350230"/>
            <a:ext cx="15277" cy="3187"/>
          </a:xfrm>
          <a:prstGeom prst="line">
            <a:avLst/>
          </a:prstGeom>
          <a:ln w="63500">
            <a:solidFill>
              <a:srgbClr val="51D5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 flipV="1">
            <a:off x="8119452" y="5346891"/>
            <a:ext cx="15244" cy="3339"/>
          </a:xfrm>
          <a:prstGeom prst="line">
            <a:avLst/>
          </a:prstGeom>
          <a:ln w="63500">
            <a:solidFill>
              <a:srgbClr val="51D5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 flipV="1">
            <a:off x="8134696" y="5343398"/>
            <a:ext cx="15210" cy="3493"/>
          </a:xfrm>
          <a:prstGeom prst="line">
            <a:avLst/>
          </a:prstGeom>
          <a:ln w="63500">
            <a:solidFill>
              <a:srgbClr val="51D5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 flipV="1">
            <a:off x="8149906" y="5339750"/>
            <a:ext cx="15173" cy="3648"/>
          </a:xfrm>
          <a:prstGeom prst="line">
            <a:avLst/>
          </a:prstGeom>
          <a:ln w="63500">
            <a:solidFill>
              <a:srgbClr val="51D5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 flipV="1">
            <a:off x="8165079" y="5335943"/>
            <a:ext cx="15135" cy="3807"/>
          </a:xfrm>
          <a:prstGeom prst="line">
            <a:avLst/>
          </a:prstGeom>
          <a:ln w="63500">
            <a:solidFill>
              <a:srgbClr val="51D5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 flipV="1">
            <a:off x="8180214" y="5331975"/>
            <a:ext cx="15093" cy="3968"/>
          </a:xfrm>
          <a:prstGeom prst="line">
            <a:avLst/>
          </a:prstGeom>
          <a:ln w="63500">
            <a:solidFill>
              <a:srgbClr val="51D5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 flipV="1">
            <a:off x="8195307" y="5327845"/>
            <a:ext cx="15049" cy="4130"/>
          </a:xfrm>
          <a:prstGeom prst="line">
            <a:avLst/>
          </a:prstGeom>
          <a:ln w="63500">
            <a:solidFill>
              <a:srgbClr val="51D5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 flipV="1">
            <a:off x="8210356" y="5323551"/>
            <a:ext cx="15003" cy="4294"/>
          </a:xfrm>
          <a:prstGeom prst="line">
            <a:avLst/>
          </a:prstGeom>
          <a:ln w="63500">
            <a:solidFill>
              <a:srgbClr val="51D5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 flipV="1">
            <a:off x="8225359" y="5319090"/>
            <a:ext cx="14955" cy="4461"/>
          </a:xfrm>
          <a:prstGeom prst="line">
            <a:avLst/>
          </a:prstGeom>
          <a:ln w="63500">
            <a:solidFill>
              <a:srgbClr val="51D5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 flipV="1">
            <a:off x="8240314" y="5314461"/>
            <a:ext cx="14903" cy="4629"/>
          </a:xfrm>
          <a:prstGeom prst="line">
            <a:avLst/>
          </a:prstGeom>
          <a:ln w="63500">
            <a:solidFill>
              <a:srgbClr val="51D5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 flipV="1">
            <a:off x="8255217" y="5309662"/>
            <a:ext cx="14850" cy="4799"/>
          </a:xfrm>
          <a:prstGeom prst="line">
            <a:avLst/>
          </a:prstGeom>
          <a:ln w="63500">
            <a:solidFill>
              <a:srgbClr val="51D5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 flipV="1">
            <a:off x="8270067" y="5304692"/>
            <a:ext cx="14793" cy="4970"/>
          </a:xfrm>
          <a:prstGeom prst="line">
            <a:avLst/>
          </a:prstGeom>
          <a:ln w="63500">
            <a:solidFill>
              <a:srgbClr val="51D5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 flipV="1">
            <a:off x="8284860" y="5299550"/>
            <a:ext cx="14734" cy="5142"/>
          </a:xfrm>
          <a:prstGeom prst="line">
            <a:avLst/>
          </a:prstGeom>
          <a:ln w="63500">
            <a:solidFill>
              <a:srgbClr val="51D5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 flipV="1">
            <a:off x="8299594" y="5294234"/>
            <a:ext cx="14673" cy="5316"/>
          </a:xfrm>
          <a:prstGeom prst="line">
            <a:avLst/>
          </a:prstGeom>
          <a:ln w="63500">
            <a:solidFill>
              <a:srgbClr val="51D5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 flipV="1">
            <a:off x="8314267" y="5288743"/>
            <a:ext cx="14608" cy="5491"/>
          </a:xfrm>
          <a:prstGeom prst="line">
            <a:avLst/>
          </a:prstGeom>
          <a:ln w="63500">
            <a:solidFill>
              <a:srgbClr val="51D5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 flipV="1">
            <a:off x="8328875" y="5283077"/>
            <a:ext cx="14540" cy="5666"/>
          </a:xfrm>
          <a:prstGeom prst="line">
            <a:avLst/>
          </a:prstGeom>
          <a:ln w="63500">
            <a:solidFill>
              <a:srgbClr val="51D5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 flipV="1">
            <a:off x="8343415" y="5277233"/>
            <a:ext cx="14471" cy="5844"/>
          </a:xfrm>
          <a:prstGeom prst="line">
            <a:avLst/>
          </a:prstGeom>
          <a:ln w="63500">
            <a:solidFill>
              <a:srgbClr val="51D5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 flipV="1">
            <a:off x="8357886" y="5271213"/>
            <a:ext cx="14397" cy="6020"/>
          </a:xfrm>
          <a:prstGeom prst="line">
            <a:avLst/>
          </a:prstGeom>
          <a:ln w="63500">
            <a:solidFill>
              <a:srgbClr val="51D5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 flipV="1">
            <a:off x="8372283" y="5265014"/>
            <a:ext cx="14322" cy="6199"/>
          </a:xfrm>
          <a:prstGeom prst="line">
            <a:avLst/>
          </a:prstGeom>
          <a:ln w="63500">
            <a:solidFill>
              <a:srgbClr val="51D5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 flipV="1">
            <a:off x="8386605" y="5258637"/>
            <a:ext cx="14243" cy="6377"/>
          </a:xfrm>
          <a:prstGeom prst="line">
            <a:avLst/>
          </a:prstGeom>
          <a:ln w="63500">
            <a:solidFill>
              <a:srgbClr val="51D5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 flipV="1">
            <a:off x="8400848" y="5252081"/>
            <a:ext cx="14162" cy="6556"/>
          </a:xfrm>
          <a:prstGeom prst="line">
            <a:avLst/>
          </a:prstGeom>
          <a:ln w="63500">
            <a:solidFill>
              <a:srgbClr val="51D5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 flipV="1">
            <a:off x="8415010" y="5245345"/>
            <a:ext cx="14078" cy="6736"/>
          </a:xfrm>
          <a:prstGeom prst="line">
            <a:avLst/>
          </a:prstGeom>
          <a:ln w="63500">
            <a:solidFill>
              <a:srgbClr val="51D5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 flipV="1">
            <a:off x="8429088" y="5238431"/>
            <a:ext cx="13990" cy="6914"/>
          </a:xfrm>
          <a:prstGeom prst="line">
            <a:avLst/>
          </a:prstGeom>
          <a:ln w="63500">
            <a:solidFill>
              <a:srgbClr val="51D5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 flipV="1">
            <a:off x="8443078" y="5231338"/>
            <a:ext cx="13901" cy="7093"/>
          </a:xfrm>
          <a:prstGeom prst="line">
            <a:avLst/>
          </a:prstGeom>
          <a:ln w="63500">
            <a:solidFill>
              <a:srgbClr val="51D5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 flipV="1">
            <a:off x="8456979" y="5224065"/>
            <a:ext cx="13807" cy="7273"/>
          </a:xfrm>
          <a:prstGeom prst="line">
            <a:avLst/>
          </a:prstGeom>
          <a:ln w="63500">
            <a:solidFill>
              <a:srgbClr val="51D5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 flipV="1">
            <a:off x="8470786" y="5216615"/>
            <a:ext cx="13713" cy="7450"/>
          </a:xfrm>
          <a:prstGeom prst="line">
            <a:avLst/>
          </a:prstGeom>
          <a:ln w="63500">
            <a:solidFill>
              <a:srgbClr val="51D5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 flipV="1">
            <a:off x="8484499" y="5208985"/>
            <a:ext cx="13613" cy="7630"/>
          </a:xfrm>
          <a:prstGeom prst="line">
            <a:avLst/>
          </a:prstGeom>
          <a:ln w="63500">
            <a:solidFill>
              <a:srgbClr val="51D5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 flipV="1">
            <a:off x="8498112" y="5201179"/>
            <a:ext cx="13513" cy="7806"/>
          </a:xfrm>
          <a:prstGeom prst="line">
            <a:avLst/>
          </a:prstGeom>
          <a:ln w="63500">
            <a:solidFill>
              <a:srgbClr val="51D5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/>
          <p:nvPr/>
        </p:nvCxnSpPr>
        <p:spPr>
          <a:xfrm flipV="1">
            <a:off x="8511625" y="5193195"/>
            <a:ext cx="13409" cy="7984"/>
          </a:xfrm>
          <a:prstGeom prst="line">
            <a:avLst/>
          </a:prstGeom>
          <a:ln w="63500">
            <a:solidFill>
              <a:srgbClr val="51D5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 flipV="1">
            <a:off x="8525034" y="5185035"/>
            <a:ext cx="13303" cy="8160"/>
          </a:xfrm>
          <a:prstGeom prst="line">
            <a:avLst/>
          </a:prstGeom>
          <a:ln w="63500">
            <a:solidFill>
              <a:srgbClr val="51D5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 flipV="1">
            <a:off x="8538337" y="5176700"/>
            <a:ext cx="13193" cy="8335"/>
          </a:xfrm>
          <a:prstGeom prst="line">
            <a:avLst/>
          </a:prstGeom>
          <a:ln w="63500">
            <a:solidFill>
              <a:srgbClr val="51D5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80"/>
          <p:cNvCxnSpPr/>
          <p:nvPr/>
        </p:nvCxnSpPr>
        <p:spPr>
          <a:xfrm flipV="1">
            <a:off x="8551530" y="5168191"/>
            <a:ext cx="13082" cy="8509"/>
          </a:xfrm>
          <a:prstGeom prst="line">
            <a:avLst/>
          </a:prstGeom>
          <a:ln w="63500">
            <a:solidFill>
              <a:srgbClr val="51D5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Connector 81"/>
          <p:cNvCxnSpPr/>
          <p:nvPr/>
        </p:nvCxnSpPr>
        <p:spPr>
          <a:xfrm flipV="1">
            <a:off x="8564612" y="5159508"/>
            <a:ext cx="12967" cy="8683"/>
          </a:xfrm>
          <a:prstGeom prst="line">
            <a:avLst/>
          </a:prstGeom>
          <a:ln w="63500">
            <a:solidFill>
              <a:srgbClr val="51D5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Connector 82"/>
          <p:cNvCxnSpPr/>
          <p:nvPr/>
        </p:nvCxnSpPr>
        <p:spPr>
          <a:xfrm flipV="1">
            <a:off x="8577579" y="5150654"/>
            <a:ext cx="12851" cy="8854"/>
          </a:xfrm>
          <a:prstGeom prst="line">
            <a:avLst/>
          </a:prstGeom>
          <a:ln w="63500">
            <a:solidFill>
              <a:srgbClr val="51D5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/>
          <p:nvPr/>
        </p:nvCxnSpPr>
        <p:spPr>
          <a:xfrm flipV="1">
            <a:off x="8590430" y="5141630"/>
            <a:ext cx="12732" cy="9024"/>
          </a:xfrm>
          <a:prstGeom prst="line">
            <a:avLst/>
          </a:prstGeom>
          <a:ln w="63500">
            <a:solidFill>
              <a:srgbClr val="51D5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Connector 84"/>
          <p:cNvCxnSpPr/>
          <p:nvPr/>
        </p:nvCxnSpPr>
        <p:spPr>
          <a:xfrm flipV="1">
            <a:off x="8603162" y="5132436"/>
            <a:ext cx="12610" cy="9194"/>
          </a:xfrm>
          <a:prstGeom prst="line">
            <a:avLst/>
          </a:prstGeom>
          <a:ln w="63500">
            <a:solidFill>
              <a:srgbClr val="51D5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Connector 85"/>
          <p:cNvCxnSpPr/>
          <p:nvPr/>
        </p:nvCxnSpPr>
        <p:spPr>
          <a:xfrm flipV="1">
            <a:off x="8615772" y="5123075"/>
            <a:ext cx="12487" cy="9361"/>
          </a:xfrm>
          <a:prstGeom prst="line">
            <a:avLst/>
          </a:prstGeom>
          <a:ln w="63500">
            <a:solidFill>
              <a:srgbClr val="51D5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Connector 86"/>
          <p:cNvCxnSpPr/>
          <p:nvPr/>
        </p:nvCxnSpPr>
        <p:spPr>
          <a:xfrm flipV="1">
            <a:off x="8628259" y="5113549"/>
            <a:ext cx="12361" cy="9526"/>
          </a:xfrm>
          <a:prstGeom prst="line">
            <a:avLst/>
          </a:prstGeom>
          <a:ln w="63500">
            <a:solidFill>
              <a:srgbClr val="51D5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Connector 87"/>
          <p:cNvCxnSpPr/>
          <p:nvPr/>
        </p:nvCxnSpPr>
        <p:spPr>
          <a:xfrm flipV="1">
            <a:off x="8640620" y="5103859"/>
            <a:ext cx="12232" cy="9690"/>
          </a:xfrm>
          <a:prstGeom prst="line">
            <a:avLst/>
          </a:prstGeom>
          <a:ln w="63500">
            <a:solidFill>
              <a:srgbClr val="51D5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Connector 88"/>
          <p:cNvCxnSpPr/>
          <p:nvPr/>
        </p:nvCxnSpPr>
        <p:spPr>
          <a:xfrm flipV="1">
            <a:off x="8652852" y="5094007"/>
            <a:ext cx="12103" cy="9852"/>
          </a:xfrm>
          <a:prstGeom prst="line">
            <a:avLst/>
          </a:prstGeom>
          <a:ln w="63500">
            <a:solidFill>
              <a:srgbClr val="51D5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Connector 89"/>
          <p:cNvCxnSpPr/>
          <p:nvPr/>
        </p:nvCxnSpPr>
        <p:spPr>
          <a:xfrm flipV="1">
            <a:off x="8664955" y="5083995"/>
            <a:ext cx="11971" cy="10012"/>
          </a:xfrm>
          <a:prstGeom prst="line">
            <a:avLst/>
          </a:prstGeom>
          <a:ln w="63500">
            <a:solidFill>
              <a:srgbClr val="51D5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Connector 90"/>
          <p:cNvCxnSpPr/>
          <p:nvPr/>
        </p:nvCxnSpPr>
        <p:spPr>
          <a:xfrm flipV="1">
            <a:off x="8676926" y="5073825"/>
            <a:ext cx="11837" cy="10170"/>
          </a:xfrm>
          <a:prstGeom prst="line">
            <a:avLst/>
          </a:prstGeom>
          <a:ln w="63500">
            <a:solidFill>
              <a:srgbClr val="51D5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Connector 91"/>
          <p:cNvCxnSpPr/>
          <p:nvPr/>
        </p:nvCxnSpPr>
        <p:spPr>
          <a:xfrm flipV="1">
            <a:off x="8688763" y="5063499"/>
            <a:ext cx="11701" cy="10326"/>
          </a:xfrm>
          <a:prstGeom prst="line">
            <a:avLst/>
          </a:prstGeom>
          <a:ln w="63500">
            <a:solidFill>
              <a:srgbClr val="51D5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Connector 92"/>
          <p:cNvCxnSpPr/>
          <p:nvPr/>
        </p:nvCxnSpPr>
        <p:spPr>
          <a:xfrm flipV="1">
            <a:off x="8700464" y="5053020"/>
            <a:ext cx="11564" cy="10479"/>
          </a:xfrm>
          <a:prstGeom prst="line">
            <a:avLst/>
          </a:prstGeom>
          <a:ln w="63500">
            <a:solidFill>
              <a:srgbClr val="51D5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Connector 93"/>
          <p:cNvCxnSpPr/>
          <p:nvPr/>
        </p:nvCxnSpPr>
        <p:spPr>
          <a:xfrm flipV="1">
            <a:off x="8712028" y="5042390"/>
            <a:ext cx="11426" cy="10630"/>
          </a:xfrm>
          <a:prstGeom prst="line">
            <a:avLst/>
          </a:prstGeom>
          <a:ln w="63500">
            <a:solidFill>
              <a:srgbClr val="51D5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Connector 94"/>
          <p:cNvCxnSpPr/>
          <p:nvPr/>
        </p:nvCxnSpPr>
        <p:spPr>
          <a:xfrm flipV="1">
            <a:off x="8723454" y="5031611"/>
            <a:ext cx="11285" cy="10779"/>
          </a:xfrm>
          <a:prstGeom prst="line">
            <a:avLst/>
          </a:prstGeom>
          <a:ln w="63500">
            <a:solidFill>
              <a:srgbClr val="51D5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Connector 95"/>
          <p:cNvCxnSpPr/>
          <p:nvPr/>
        </p:nvCxnSpPr>
        <p:spPr>
          <a:xfrm flipV="1">
            <a:off x="8734739" y="5020686"/>
            <a:ext cx="11144" cy="10925"/>
          </a:xfrm>
          <a:prstGeom prst="line">
            <a:avLst/>
          </a:prstGeom>
          <a:ln w="63500">
            <a:solidFill>
              <a:srgbClr val="51D5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Connector 96"/>
          <p:cNvCxnSpPr/>
          <p:nvPr/>
        </p:nvCxnSpPr>
        <p:spPr>
          <a:xfrm flipV="1">
            <a:off x="8745883" y="5009617"/>
            <a:ext cx="11000" cy="11069"/>
          </a:xfrm>
          <a:prstGeom prst="line">
            <a:avLst/>
          </a:prstGeom>
          <a:ln w="63500">
            <a:solidFill>
              <a:srgbClr val="51D5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Connector 97"/>
          <p:cNvCxnSpPr/>
          <p:nvPr/>
        </p:nvCxnSpPr>
        <p:spPr>
          <a:xfrm flipV="1">
            <a:off x="8756883" y="4998407"/>
            <a:ext cx="10858" cy="11210"/>
          </a:xfrm>
          <a:prstGeom prst="line">
            <a:avLst/>
          </a:prstGeom>
          <a:ln w="63500">
            <a:solidFill>
              <a:srgbClr val="51D5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Connector 98"/>
          <p:cNvCxnSpPr/>
          <p:nvPr/>
        </p:nvCxnSpPr>
        <p:spPr>
          <a:xfrm flipV="1">
            <a:off x="8767741" y="4987059"/>
            <a:ext cx="10712" cy="11348"/>
          </a:xfrm>
          <a:prstGeom prst="line">
            <a:avLst/>
          </a:prstGeom>
          <a:ln w="63500">
            <a:solidFill>
              <a:srgbClr val="51D5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Connector 99"/>
          <p:cNvCxnSpPr/>
          <p:nvPr/>
        </p:nvCxnSpPr>
        <p:spPr>
          <a:xfrm flipV="1">
            <a:off x="8778453" y="4975575"/>
            <a:ext cx="10566" cy="11484"/>
          </a:xfrm>
          <a:prstGeom prst="line">
            <a:avLst/>
          </a:prstGeom>
          <a:ln w="63500">
            <a:solidFill>
              <a:srgbClr val="51D5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Connector 100"/>
          <p:cNvCxnSpPr/>
          <p:nvPr/>
        </p:nvCxnSpPr>
        <p:spPr>
          <a:xfrm flipV="1">
            <a:off x="8789019" y="4963957"/>
            <a:ext cx="10420" cy="11618"/>
          </a:xfrm>
          <a:prstGeom prst="line">
            <a:avLst/>
          </a:prstGeom>
          <a:ln w="63500">
            <a:solidFill>
              <a:srgbClr val="51D5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Connector 101"/>
          <p:cNvCxnSpPr/>
          <p:nvPr/>
        </p:nvCxnSpPr>
        <p:spPr>
          <a:xfrm flipV="1">
            <a:off x="8799439" y="4952210"/>
            <a:ext cx="10273" cy="11747"/>
          </a:xfrm>
          <a:prstGeom prst="line">
            <a:avLst/>
          </a:prstGeom>
          <a:ln w="63500">
            <a:solidFill>
              <a:srgbClr val="51D5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Connector 102"/>
          <p:cNvCxnSpPr/>
          <p:nvPr/>
        </p:nvCxnSpPr>
        <p:spPr>
          <a:xfrm flipV="1">
            <a:off x="8809712" y="4940334"/>
            <a:ext cx="10126" cy="11876"/>
          </a:xfrm>
          <a:prstGeom prst="line">
            <a:avLst/>
          </a:prstGeom>
          <a:ln w="63500">
            <a:solidFill>
              <a:srgbClr val="51D5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Connector 103"/>
          <p:cNvCxnSpPr/>
          <p:nvPr/>
        </p:nvCxnSpPr>
        <p:spPr>
          <a:xfrm flipV="1">
            <a:off x="8819838" y="4928335"/>
            <a:ext cx="9977" cy="11999"/>
          </a:xfrm>
          <a:prstGeom prst="line">
            <a:avLst/>
          </a:prstGeom>
          <a:ln w="63500">
            <a:solidFill>
              <a:srgbClr val="51D5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Connector 104"/>
          <p:cNvCxnSpPr/>
          <p:nvPr/>
        </p:nvCxnSpPr>
        <p:spPr>
          <a:xfrm flipV="1">
            <a:off x="8829815" y="4916213"/>
            <a:ext cx="9829" cy="12122"/>
          </a:xfrm>
          <a:prstGeom prst="line">
            <a:avLst/>
          </a:prstGeom>
          <a:ln w="63500">
            <a:solidFill>
              <a:srgbClr val="51D5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Connector 105"/>
          <p:cNvCxnSpPr/>
          <p:nvPr/>
        </p:nvCxnSpPr>
        <p:spPr>
          <a:xfrm flipV="1">
            <a:off x="8839644" y="4903973"/>
            <a:ext cx="9681" cy="12240"/>
          </a:xfrm>
          <a:prstGeom prst="line">
            <a:avLst/>
          </a:prstGeom>
          <a:ln w="63500">
            <a:solidFill>
              <a:srgbClr val="51D5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Connector 106"/>
          <p:cNvCxnSpPr/>
          <p:nvPr/>
        </p:nvCxnSpPr>
        <p:spPr>
          <a:xfrm flipV="1">
            <a:off x="8849325" y="4891617"/>
            <a:ext cx="9532" cy="12356"/>
          </a:xfrm>
          <a:prstGeom prst="line">
            <a:avLst/>
          </a:prstGeom>
          <a:ln w="63500">
            <a:solidFill>
              <a:srgbClr val="51D5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" name="Connector 107"/>
          <p:cNvCxnSpPr/>
          <p:nvPr/>
        </p:nvCxnSpPr>
        <p:spPr>
          <a:xfrm flipV="1">
            <a:off x="8858857" y="4879148"/>
            <a:ext cx="9384" cy="12469"/>
          </a:xfrm>
          <a:prstGeom prst="line">
            <a:avLst/>
          </a:prstGeom>
          <a:ln w="63500">
            <a:solidFill>
              <a:srgbClr val="51D5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Connector 108"/>
          <p:cNvCxnSpPr/>
          <p:nvPr/>
        </p:nvCxnSpPr>
        <p:spPr>
          <a:xfrm flipV="1">
            <a:off x="8868241" y="4866569"/>
            <a:ext cx="9236" cy="12579"/>
          </a:xfrm>
          <a:prstGeom prst="line">
            <a:avLst/>
          </a:prstGeom>
          <a:ln w="63500">
            <a:solidFill>
              <a:srgbClr val="51D5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" name="Connector 109"/>
          <p:cNvCxnSpPr/>
          <p:nvPr/>
        </p:nvCxnSpPr>
        <p:spPr>
          <a:xfrm flipV="1">
            <a:off x="8877477" y="4853883"/>
            <a:ext cx="9089" cy="12686"/>
          </a:xfrm>
          <a:prstGeom prst="line">
            <a:avLst/>
          </a:prstGeom>
          <a:ln w="63500">
            <a:solidFill>
              <a:srgbClr val="51D5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1" name="Connector 110"/>
          <p:cNvCxnSpPr/>
          <p:nvPr/>
        </p:nvCxnSpPr>
        <p:spPr>
          <a:xfrm flipV="1">
            <a:off x="8886566" y="4841092"/>
            <a:ext cx="8941" cy="12791"/>
          </a:xfrm>
          <a:prstGeom prst="line">
            <a:avLst/>
          </a:prstGeom>
          <a:ln w="63500">
            <a:solidFill>
              <a:srgbClr val="51D5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2" name="Connector 111"/>
          <p:cNvCxnSpPr/>
          <p:nvPr/>
        </p:nvCxnSpPr>
        <p:spPr>
          <a:xfrm flipV="1">
            <a:off x="8895507" y="4828201"/>
            <a:ext cx="8795" cy="12891"/>
          </a:xfrm>
          <a:prstGeom prst="line">
            <a:avLst/>
          </a:prstGeom>
          <a:ln w="63500">
            <a:solidFill>
              <a:srgbClr val="51D5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3" name="Connector 112"/>
          <p:cNvCxnSpPr/>
          <p:nvPr/>
        </p:nvCxnSpPr>
        <p:spPr>
          <a:xfrm flipV="1">
            <a:off x="8904302" y="4815212"/>
            <a:ext cx="8650" cy="12989"/>
          </a:xfrm>
          <a:prstGeom prst="line">
            <a:avLst/>
          </a:prstGeom>
          <a:ln w="63500">
            <a:solidFill>
              <a:srgbClr val="51D5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4" name="Connector 113"/>
          <p:cNvCxnSpPr/>
          <p:nvPr/>
        </p:nvCxnSpPr>
        <p:spPr>
          <a:xfrm flipV="1">
            <a:off x="8912952" y="4802127"/>
            <a:ext cx="8504" cy="13085"/>
          </a:xfrm>
          <a:prstGeom prst="line">
            <a:avLst/>
          </a:prstGeom>
          <a:ln w="63500">
            <a:solidFill>
              <a:srgbClr val="51D5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5" name="Connector 114"/>
          <p:cNvCxnSpPr/>
          <p:nvPr/>
        </p:nvCxnSpPr>
        <p:spPr>
          <a:xfrm flipV="1">
            <a:off x="8921456" y="4788950"/>
            <a:ext cx="8361" cy="13177"/>
          </a:xfrm>
          <a:prstGeom prst="line">
            <a:avLst/>
          </a:prstGeom>
          <a:ln w="63500">
            <a:solidFill>
              <a:srgbClr val="51D5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6" name="Connector 115"/>
          <p:cNvCxnSpPr/>
          <p:nvPr/>
        </p:nvCxnSpPr>
        <p:spPr>
          <a:xfrm flipV="1">
            <a:off x="8929817" y="4775683"/>
            <a:ext cx="8218" cy="13267"/>
          </a:xfrm>
          <a:prstGeom prst="line">
            <a:avLst/>
          </a:prstGeom>
          <a:ln w="63500">
            <a:solidFill>
              <a:srgbClr val="51D5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7" name="Connector 116"/>
          <p:cNvCxnSpPr/>
          <p:nvPr/>
        </p:nvCxnSpPr>
        <p:spPr>
          <a:xfrm flipV="1">
            <a:off x="8938035" y="4762330"/>
            <a:ext cx="8077" cy="13353"/>
          </a:xfrm>
          <a:prstGeom prst="line">
            <a:avLst/>
          </a:prstGeom>
          <a:ln w="63500">
            <a:solidFill>
              <a:srgbClr val="51D5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8" name="Connector 117"/>
          <p:cNvCxnSpPr/>
          <p:nvPr/>
        </p:nvCxnSpPr>
        <p:spPr>
          <a:xfrm flipV="1">
            <a:off x="8946112" y="4748893"/>
            <a:ext cx="7937" cy="13437"/>
          </a:xfrm>
          <a:prstGeom prst="line">
            <a:avLst/>
          </a:prstGeom>
          <a:ln w="63500">
            <a:solidFill>
              <a:srgbClr val="51D5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" name="Connector 118"/>
          <p:cNvCxnSpPr/>
          <p:nvPr/>
        </p:nvCxnSpPr>
        <p:spPr>
          <a:xfrm flipV="1">
            <a:off x="8954049" y="4735376"/>
            <a:ext cx="7798" cy="13517"/>
          </a:xfrm>
          <a:prstGeom prst="line">
            <a:avLst/>
          </a:prstGeom>
          <a:ln w="63500">
            <a:solidFill>
              <a:srgbClr val="51D5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0" name="Connector 119"/>
          <p:cNvCxnSpPr/>
          <p:nvPr/>
        </p:nvCxnSpPr>
        <p:spPr>
          <a:xfrm flipV="1">
            <a:off x="8961847" y="4721780"/>
            <a:ext cx="7662" cy="13596"/>
          </a:xfrm>
          <a:prstGeom prst="line">
            <a:avLst/>
          </a:prstGeom>
          <a:ln w="63500">
            <a:solidFill>
              <a:srgbClr val="51D5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1" name="Connector 120"/>
          <p:cNvCxnSpPr/>
          <p:nvPr/>
        </p:nvCxnSpPr>
        <p:spPr>
          <a:xfrm flipV="1">
            <a:off x="8969509" y="4708109"/>
            <a:ext cx="7526" cy="13671"/>
          </a:xfrm>
          <a:prstGeom prst="line">
            <a:avLst/>
          </a:prstGeom>
          <a:ln w="63500">
            <a:solidFill>
              <a:srgbClr val="51D5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2" name="Connector 121"/>
          <p:cNvCxnSpPr/>
          <p:nvPr/>
        </p:nvCxnSpPr>
        <p:spPr>
          <a:xfrm flipV="1">
            <a:off x="8977035" y="4694366"/>
            <a:ext cx="7393" cy="13743"/>
          </a:xfrm>
          <a:prstGeom prst="line">
            <a:avLst/>
          </a:prstGeom>
          <a:ln w="63500">
            <a:solidFill>
              <a:srgbClr val="51D5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3" name="Connector 122"/>
          <p:cNvCxnSpPr/>
          <p:nvPr/>
        </p:nvCxnSpPr>
        <p:spPr>
          <a:xfrm flipV="1">
            <a:off x="8984428" y="4680553"/>
            <a:ext cx="7262" cy="13813"/>
          </a:xfrm>
          <a:prstGeom prst="line">
            <a:avLst/>
          </a:prstGeom>
          <a:ln w="63500">
            <a:solidFill>
              <a:srgbClr val="51D5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4" name="Connector 123"/>
          <p:cNvCxnSpPr/>
          <p:nvPr/>
        </p:nvCxnSpPr>
        <p:spPr>
          <a:xfrm flipV="1">
            <a:off x="8991690" y="4666672"/>
            <a:ext cx="7133" cy="13881"/>
          </a:xfrm>
          <a:prstGeom prst="line">
            <a:avLst/>
          </a:prstGeom>
          <a:ln w="63500">
            <a:solidFill>
              <a:srgbClr val="51D5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5" name="Connector 124"/>
          <p:cNvCxnSpPr/>
          <p:nvPr/>
        </p:nvCxnSpPr>
        <p:spPr>
          <a:xfrm flipV="1">
            <a:off x="8998823" y="4652727"/>
            <a:ext cx="7006" cy="13945"/>
          </a:xfrm>
          <a:prstGeom prst="line">
            <a:avLst/>
          </a:prstGeom>
          <a:ln w="63500">
            <a:solidFill>
              <a:srgbClr val="51D5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6" name="Connector 125"/>
          <p:cNvCxnSpPr/>
          <p:nvPr/>
        </p:nvCxnSpPr>
        <p:spPr>
          <a:xfrm flipV="1">
            <a:off x="9005829" y="4638721"/>
            <a:ext cx="6881" cy="14006"/>
          </a:xfrm>
          <a:prstGeom prst="line">
            <a:avLst/>
          </a:prstGeom>
          <a:ln w="63500">
            <a:solidFill>
              <a:srgbClr val="51D5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7" name="Connector 126"/>
          <p:cNvCxnSpPr/>
          <p:nvPr/>
        </p:nvCxnSpPr>
        <p:spPr>
          <a:xfrm flipV="1">
            <a:off x="9012710" y="4624654"/>
            <a:ext cx="6759" cy="14067"/>
          </a:xfrm>
          <a:prstGeom prst="line">
            <a:avLst/>
          </a:prstGeom>
          <a:ln w="63500">
            <a:solidFill>
              <a:srgbClr val="51D5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8" name="Connector 127"/>
          <p:cNvCxnSpPr/>
          <p:nvPr/>
        </p:nvCxnSpPr>
        <p:spPr>
          <a:xfrm flipV="1">
            <a:off x="9019469" y="4610531"/>
            <a:ext cx="6639" cy="14123"/>
          </a:xfrm>
          <a:prstGeom prst="line">
            <a:avLst/>
          </a:prstGeom>
          <a:ln w="63500">
            <a:solidFill>
              <a:srgbClr val="51D5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9" name="Connector 128"/>
          <p:cNvCxnSpPr/>
          <p:nvPr/>
        </p:nvCxnSpPr>
        <p:spPr>
          <a:xfrm flipV="1">
            <a:off x="9026108" y="4596354"/>
            <a:ext cx="6522" cy="14177"/>
          </a:xfrm>
          <a:prstGeom prst="line">
            <a:avLst/>
          </a:prstGeom>
          <a:ln w="63500">
            <a:solidFill>
              <a:srgbClr val="51D5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0" name="Connector 129"/>
          <p:cNvCxnSpPr/>
          <p:nvPr/>
        </p:nvCxnSpPr>
        <p:spPr>
          <a:xfrm flipV="1">
            <a:off x="9032630" y="4582124"/>
            <a:ext cx="6407" cy="14230"/>
          </a:xfrm>
          <a:prstGeom prst="line">
            <a:avLst/>
          </a:prstGeom>
          <a:ln w="63500">
            <a:solidFill>
              <a:srgbClr val="51D5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1" name="Connector 130"/>
          <p:cNvCxnSpPr/>
          <p:nvPr/>
        </p:nvCxnSpPr>
        <p:spPr>
          <a:xfrm flipV="1">
            <a:off x="9039037" y="4567844"/>
            <a:ext cx="6296" cy="14280"/>
          </a:xfrm>
          <a:prstGeom prst="line">
            <a:avLst/>
          </a:prstGeom>
          <a:ln w="63500">
            <a:solidFill>
              <a:srgbClr val="51D5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2" name="Connector 131"/>
          <p:cNvCxnSpPr/>
          <p:nvPr/>
        </p:nvCxnSpPr>
        <p:spPr>
          <a:xfrm flipV="1">
            <a:off x="9045333" y="4553517"/>
            <a:ext cx="6187" cy="14327"/>
          </a:xfrm>
          <a:prstGeom prst="line">
            <a:avLst/>
          </a:prstGeom>
          <a:ln w="63500">
            <a:solidFill>
              <a:srgbClr val="51D5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3" name="Connector 132"/>
          <p:cNvCxnSpPr/>
          <p:nvPr/>
        </p:nvCxnSpPr>
        <p:spPr>
          <a:xfrm flipV="1">
            <a:off x="9051520" y="4539145"/>
            <a:ext cx="6081" cy="14372"/>
          </a:xfrm>
          <a:prstGeom prst="line">
            <a:avLst/>
          </a:prstGeom>
          <a:ln w="63500">
            <a:solidFill>
              <a:srgbClr val="51D5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4" name="Connector 133"/>
          <p:cNvCxnSpPr/>
          <p:nvPr/>
        </p:nvCxnSpPr>
        <p:spPr>
          <a:xfrm flipV="1">
            <a:off x="9057601" y="4524730"/>
            <a:ext cx="5978" cy="14415"/>
          </a:xfrm>
          <a:prstGeom prst="line">
            <a:avLst/>
          </a:prstGeom>
          <a:ln w="63500">
            <a:solidFill>
              <a:srgbClr val="51D5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5" name="Connector 134"/>
          <p:cNvCxnSpPr/>
          <p:nvPr/>
        </p:nvCxnSpPr>
        <p:spPr>
          <a:xfrm flipV="1">
            <a:off x="9063579" y="4510274"/>
            <a:ext cx="5878" cy="14456"/>
          </a:xfrm>
          <a:prstGeom prst="line">
            <a:avLst/>
          </a:prstGeom>
          <a:ln w="63500">
            <a:solidFill>
              <a:srgbClr val="51D5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6" name="Connector 135"/>
          <p:cNvCxnSpPr/>
          <p:nvPr/>
        </p:nvCxnSpPr>
        <p:spPr>
          <a:xfrm flipV="1">
            <a:off x="9069457" y="4495778"/>
            <a:ext cx="5782" cy="14496"/>
          </a:xfrm>
          <a:prstGeom prst="line">
            <a:avLst/>
          </a:prstGeom>
          <a:ln w="63500">
            <a:solidFill>
              <a:srgbClr val="51D5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7" name="Connector 136"/>
          <p:cNvCxnSpPr/>
          <p:nvPr/>
        </p:nvCxnSpPr>
        <p:spPr>
          <a:xfrm flipV="1">
            <a:off x="9075239" y="4481246"/>
            <a:ext cx="5689" cy="14532"/>
          </a:xfrm>
          <a:prstGeom prst="line">
            <a:avLst/>
          </a:prstGeom>
          <a:ln w="63500">
            <a:solidFill>
              <a:srgbClr val="51D5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8" name="Connector 137"/>
          <p:cNvCxnSpPr/>
          <p:nvPr/>
        </p:nvCxnSpPr>
        <p:spPr>
          <a:xfrm flipV="1">
            <a:off x="9080928" y="4466680"/>
            <a:ext cx="5599" cy="14566"/>
          </a:xfrm>
          <a:prstGeom prst="line">
            <a:avLst/>
          </a:prstGeom>
          <a:ln w="63500">
            <a:solidFill>
              <a:srgbClr val="51D5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9" name="Connector 138"/>
          <p:cNvCxnSpPr/>
          <p:nvPr/>
        </p:nvCxnSpPr>
        <p:spPr>
          <a:xfrm flipV="1">
            <a:off x="9086527" y="4452080"/>
            <a:ext cx="5512" cy="14600"/>
          </a:xfrm>
          <a:prstGeom prst="line">
            <a:avLst/>
          </a:prstGeom>
          <a:ln w="63500">
            <a:solidFill>
              <a:srgbClr val="51D5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0" name="Connector 139"/>
          <p:cNvCxnSpPr/>
          <p:nvPr/>
        </p:nvCxnSpPr>
        <p:spPr>
          <a:xfrm flipV="1">
            <a:off x="9092039" y="4437449"/>
            <a:ext cx="5429" cy="14631"/>
          </a:xfrm>
          <a:prstGeom prst="line">
            <a:avLst/>
          </a:prstGeom>
          <a:ln w="63500">
            <a:solidFill>
              <a:srgbClr val="51D5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1" name="Connector 140"/>
          <p:cNvCxnSpPr/>
          <p:nvPr/>
        </p:nvCxnSpPr>
        <p:spPr>
          <a:xfrm flipV="1">
            <a:off x="9097468" y="4422789"/>
            <a:ext cx="5350" cy="14660"/>
          </a:xfrm>
          <a:prstGeom prst="line">
            <a:avLst/>
          </a:prstGeom>
          <a:ln w="63500">
            <a:solidFill>
              <a:srgbClr val="51D5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2" name="Connector 141"/>
          <p:cNvCxnSpPr/>
          <p:nvPr/>
        </p:nvCxnSpPr>
        <p:spPr>
          <a:xfrm flipV="1">
            <a:off x="9102818" y="4408101"/>
            <a:ext cx="5274" cy="14688"/>
          </a:xfrm>
          <a:prstGeom prst="line">
            <a:avLst/>
          </a:prstGeom>
          <a:ln w="63500">
            <a:solidFill>
              <a:srgbClr val="51D5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3" name="Connector 142"/>
          <p:cNvCxnSpPr/>
          <p:nvPr/>
        </p:nvCxnSpPr>
        <p:spPr>
          <a:xfrm flipV="1">
            <a:off x="9108092" y="4393388"/>
            <a:ext cx="5202" cy="14713"/>
          </a:xfrm>
          <a:prstGeom prst="line">
            <a:avLst/>
          </a:prstGeom>
          <a:ln w="63500">
            <a:solidFill>
              <a:srgbClr val="51D5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4" name="Connector 143"/>
          <p:cNvCxnSpPr/>
          <p:nvPr/>
        </p:nvCxnSpPr>
        <p:spPr>
          <a:xfrm flipV="1">
            <a:off x="9113294" y="4378651"/>
            <a:ext cx="5134" cy="14737"/>
          </a:xfrm>
          <a:prstGeom prst="line">
            <a:avLst/>
          </a:prstGeom>
          <a:ln w="63500">
            <a:solidFill>
              <a:srgbClr val="51D5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5" name="Connector 144"/>
          <p:cNvCxnSpPr/>
          <p:nvPr/>
        </p:nvCxnSpPr>
        <p:spPr>
          <a:xfrm flipV="1">
            <a:off x="9118428" y="4363891"/>
            <a:ext cx="5069" cy="14760"/>
          </a:xfrm>
          <a:prstGeom prst="line">
            <a:avLst/>
          </a:prstGeom>
          <a:ln w="63500">
            <a:solidFill>
              <a:srgbClr val="51D5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6" name="Connector 145"/>
          <p:cNvCxnSpPr/>
          <p:nvPr/>
        </p:nvCxnSpPr>
        <p:spPr>
          <a:xfrm flipV="1">
            <a:off x="9123497" y="4349111"/>
            <a:ext cx="5008" cy="14780"/>
          </a:xfrm>
          <a:prstGeom prst="line">
            <a:avLst/>
          </a:prstGeom>
          <a:ln w="63500">
            <a:solidFill>
              <a:srgbClr val="51D5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7" name="Connector 146"/>
          <p:cNvCxnSpPr/>
          <p:nvPr/>
        </p:nvCxnSpPr>
        <p:spPr>
          <a:xfrm flipV="1">
            <a:off x="9128505" y="4334311"/>
            <a:ext cx="4951" cy="14800"/>
          </a:xfrm>
          <a:prstGeom prst="line">
            <a:avLst/>
          </a:prstGeom>
          <a:ln w="63500">
            <a:solidFill>
              <a:srgbClr val="51D5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8" name="Connector 147"/>
          <p:cNvCxnSpPr/>
          <p:nvPr/>
        </p:nvCxnSpPr>
        <p:spPr>
          <a:xfrm flipV="1">
            <a:off x="9133456" y="4319494"/>
            <a:ext cx="4898" cy="14817"/>
          </a:xfrm>
          <a:prstGeom prst="line">
            <a:avLst/>
          </a:prstGeom>
          <a:ln w="63500">
            <a:solidFill>
              <a:srgbClr val="51D5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9" name="Connector 148"/>
          <p:cNvCxnSpPr/>
          <p:nvPr/>
        </p:nvCxnSpPr>
        <p:spPr>
          <a:xfrm flipV="1">
            <a:off x="9138354" y="4304661"/>
            <a:ext cx="4848" cy="14833"/>
          </a:xfrm>
          <a:prstGeom prst="line">
            <a:avLst/>
          </a:prstGeom>
          <a:ln w="63500">
            <a:solidFill>
              <a:srgbClr val="51D5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0" name="Connector 149"/>
          <p:cNvCxnSpPr/>
          <p:nvPr/>
        </p:nvCxnSpPr>
        <p:spPr>
          <a:xfrm flipV="1">
            <a:off x="9143202" y="4289813"/>
            <a:ext cx="4804" cy="14848"/>
          </a:xfrm>
          <a:prstGeom prst="line">
            <a:avLst/>
          </a:prstGeom>
          <a:ln w="63500">
            <a:solidFill>
              <a:srgbClr val="51D5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1" name="Connector 150"/>
          <p:cNvCxnSpPr/>
          <p:nvPr/>
        </p:nvCxnSpPr>
        <p:spPr>
          <a:xfrm flipV="1">
            <a:off x="9148006" y="4274951"/>
            <a:ext cx="4762" cy="14862"/>
          </a:xfrm>
          <a:prstGeom prst="line">
            <a:avLst/>
          </a:prstGeom>
          <a:ln w="63500">
            <a:solidFill>
              <a:srgbClr val="51D5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2" name="Connector 151"/>
          <p:cNvCxnSpPr/>
          <p:nvPr/>
        </p:nvCxnSpPr>
        <p:spPr>
          <a:xfrm flipV="1">
            <a:off x="9152768" y="4260078"/>
            <a:ext cx="4726" cy="14873"/>
          </a:xfrm>
          <a:prstGeom prst="line">
            <a:avLst/>
          </a:prstGeom>
          <a:ln w="63500">
            <a:solidFill>
              <a:srgbClr val="51D5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3" name="Connector 152"/>
          <p:cNvCxnSpPr/>
          <p:nvPr/>
        </p:nvCxnSpPr>
        <p:spPr>
          <a:xfrm flipV="1">
            <a:off x="9157494" y="4245194"/>
            <a:ext cx="4692" cy="14884"/>
          </a:xfrm>
          <a:prstGeom prst="line">
            <a:avLst/>
          </a:prstGeom>
          <a:ln w="63500">
            <a:solidFill>
              <a:srgbClr val="51D5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4" name="Connector 153"/>
          <p:cNvCxnSpPr/>
          <p:nvPr/>
        </p:nvCxnSpPr>
        <p:spPr>
          <a:xfrm flipV="1">
            <a:off x="9162186" y="4230302"/>
            <a:ext cx="4663" cy="14892"/>
          </a:xfrm>
          <a:prstGeom prst="line">
            <a:avLst/>
          </a:prstGeom>
          <a:ln w="63500">
            <a:solidFill>
              <a:srgbClr val="51D5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5" name="Connector 154"/>
          <p:cNvCxnSpPr/>
          <p:nvPr/>
        </p:nvCxnSpPr>
        <p:spPr>
          <a:xfrm flipV="1">
            <a:off x="9166849" y="4215401"/>
            <a:ext cx="4638" cy="14901"/>
          </a:xfrm>
          <a:prstGeom prst="line">
            <a:avLst/>
          </a:prstGeom>
          <a:ln w="63500">
            <a:solidFill>
              <a:srgbClr val="51D5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6" name="Connector 155"/>
          <p:cNvCxnSpPr/>
          <p:nvPr/>
        </p:nvCxnSpPr>
        <p:spPr>
          <a:xfrm flipV="1">
            <a:off x="9171487" y="4200494"/>
            <a:ext cx="4618" cy="14907"/>
          </a:xfrm>
          <a:prstGeom prst="line">
            <a:avLst/>
          </a:prstGeom>
          <a:ln w="63500">
            <a:solidFill>
              <a:srgbClr val="51D5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7" name="Connector 156"/>
          <p:cNvCxnSpPr/>
          <p:nvPr/>
        </p:nvCxnSpPr>
        <p:spPr>
          <a:xfrm flipV="1">
            <a:off x="9176105" y="4185582"/>
            <a:ext cx="4601" cy="14912"/>
          </a:xfrm>
          <a:prstGeom prst="line">
            <a:avLst/>
          </a:prstGeom>
          <a:ln w="63500">
            <a:solidFill>
              <a:srgbClr val="51D5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8" name="Connector 157"/>
          <p:cNvCxnSpPr/>
          <p:nvPr/>
        </p:nvCxnSpPr>
        <p:spPr>
          <a:xfrm flipV="1">
            <a:off x="9180706" y="4170666"/>
            <a:ext cx="4588" cy="14916"/>
          </a:xfrm>
          <a:prstGeom prst="line">
            <a:avLst/>
          </a:prstGeom>
          <a:ln w="63500">
            <a:solidFill>
              <a:srgbClr val="51D5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9" name="Connector 158"/>
          <p:cNvCxnSpPr/>
          <p:nvPr/>
        </p:nvCxnSpPr>
        <p:spPr>
          <a:xfrm flipV="1">
            <a:off x="9185294" y="4155748"/>
            <a:ext cx="4580" cy="14918"/>
          </a:xfrm>
          <a:prstGeom prst="line">
            <a:avLst/>
          </a:prstGeom>
          <a:ln w="63500">
            <a:solidFill>
              <a:srgbClr val="51D5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0" name="Connector 159"/>
          <p:cNvCxnSpPr/>
          <p:nvPr/>
        </p:nvCxnSpPr>
        <p:spPr>
          <a:xfrm flipV="1">
            <a:off x="9189874" y="4140828"/>
            <a:ext cx="4576" cy="14920"/>
          </a:xfrm>
          <a:prstGeom prst="line">
            <a:avLst/>
          </a:prstGeom>
          <a:ln w="63500">
            <a:solidFill>
              <a:srgbClr val="51D5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1" name="Connector 160"/>
          <p:cNvCxnSpPr/>
          <p:nvPr/>
        </p:nvCxnSpPr>
        <p:spPr>
          <a:xfrm flipV="1">
            <a:off x="9194450" y="4125908"/>
            <a:ext cx="4576" cy="14920"/>
          </a:xfrm>
          <a:prstGeom prst="line">
            <a:avLst/>
          </a:prstGeom>
          <a:ln w="63500">
            <a:solidFill>
              <a:srgbClr val="51D5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2" name="Connector 161"/>
          <p:cNvCxnSpPr/>
          <p:nvPr/>
        </p:nvCxnSpPr>
        <p:spPr>
          <a:xfrm flipV="1">
            <a:off x="9199026" y="4110989"/>
            <a:ext cx="4580" cy="14919"/>
          </a:xfrm>
          <a:prstGeom prst="line">
            <a:avLst/>
          </a:prstGeom>
          <a:ln w="63500">
            <a:solidFill>
              <a:srgbClr val="51D5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3" name="Connector 162"/>
          <p:cNvCxnSpPr/>
          <p:nvPr/>
        </p:nvCxnSpPr>
        <p:spPr>
          <a:xfrm flipV="1">
            <a:off x="9203606" y="4096073"/>
            <a:ext cx="4588" cy="14916"/>
          </a:xfrm>
          <a:prstGeom prst="line">
            <a:avLst/>
          </a:prstGeom>
          <a:ln w="63500">
            <a:solidFill>
              <a:srgbClr val="51D5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4" name="Connector 163"/>
          <p:cNvCxnSpPr/>
          <p:nvPr/>
        </p:nvCxnSpPr>
        <p:spPr>
          <a:xfrm flipV="1">
            <a:off x="9208194" y="4081161"/>
            <a:ext cx="4601" cy="14912"/>
          </a:xfrm>
          <a:prstGeom prst="line">
            <a:avLst/>
          </a:prstGeom>
          <a:ln w="63500">
            <a:solidFill>
              <a:srgbClr val="51D5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5" name="Connector 164"/>
          <p:cNvCxnSpPr/>
          <p:nvPr/>
        </p:nvCxnSpPr>
        <p:spPr>
          <a:xfrm flipV="1">
            <a:off x="9212795" y="4066254"/>
            <a:ext cx="4618" cy="14907"/>
          </a:xfrm>
          <a:prstGeom prst="line">
            <a:avLst/>
          </a:prstGeom>
          <a:ln w="63500">
            <a:solidFill>
              <a:srgbClr val="51D5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6" name="Connector 165"/>
          <p:cNvCxnSpPr/>
          <p:nvPr/>
        </p:nvCxnSpPr>
        <p:spPr>
          <a:xfrm flipV="1">
            <a:off x="9217413" y="4051354"/>
            <a:ext cx="4638" cy="14900"/>
          </a:xfrm>
          <a:prstGeom prst="line">
            <a:avLst/>
          </a:prstGeom>
          <a:ln w="63500">
            <a:solidFill>
              <a:srgbClr val="51D5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7" name="Connector 166"/>
          <p:cNvCxnSpPr/>
          <p:nvPr/>
        </p:nvCxnSpPr>
        <p:spPr>
          <a:xfrm flipV="1">
            <a:off x="9222051" y="4036461"/>
            <a:ext cx="4663" cy="14893"/>
          </a:xfrm>
          <a:prstGeom prst="line">
            <a:avLst/>
          </a:prstGeom>
          <a:ln w="63500">
            <a:solidFill>
              <a:srgbClr val="51D5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8" name="Connector 167"/>
          <p:cNvCxnSpPr/>
          <p:nvPr/>
        </p:nvCxnSpPr>
        <p:spPr>
          <a:xfrm flipV="1">
            <a:off x="9226714" y="4021577"/>
            <a:ext cx="4692" cy="14884"/>
          </a:xfrm>
          <a:prstGeom prst="line">
            <a:avLst/>
          </a:prstGeom>
          <a:ln w="63500">
            <a:solidFill>
              <a:srgbClr val="51D5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9" name="Connector 168"/>
          <p:cNvCxnSpPr/>
          <p:nvPr/>
        </p:nvCxnSpPr>
        <p:spPr>
          <a:xfrm flipV="1">
            <a:off x="9231406" y="4006704"/>
            <a:ext cx="4726" cy="14873"/>
          </a:xfrm>
          <a:prstGeom prst="line">
            <a:avLst/>
          </a:prstGeom>
          <a:ln w="63500">
            <a:solidFill>
              <a:srgbClr val="51D5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0" name="Connector 169"/>
          <p:cNvCxnSpPr/>
          <p:nvPr/>
        </p:nvCxnSpPr>
        <p:spPr>
          <a:xfrm flipV="1">
            <a:off x="9236132" y="3991843"/>
            <a:ext cx="4762" cy="14861"/>
          </a:xfrm>
          <a:prstGeom prst="line">
            <a:avLst/>
          </a:prstGeom>
          <a:ln w="63500">
            <a:solidFill>
              <a:srgbClr val="51D5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1" name="Connector 170"/>
          <p:cNvCxnSpPr/>
          <p:nvPr/>
        </p:nvCxnSpPr>
        <p:spPr>
          <a:xfrm flipV="1">
            <a:off x="9240894" y="3976995"/>
            <a:ext cx="4804" cy="14848"/>
          </a:xfrm>
          <a:prstGeom prst="line">
            <a:avLst/>
          </a:prstGeom>
          <a:ln w="63500">
            <a:solidFill>
              <a:srgbClr val="51D5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2" name="Connector 171"/>
          <p:cNvCxnSpPr/>
          <p:nvPr/>
        </p:nvCxnSpPr>
        <p:spPr>
          <a:xfrm flipV="1">
            <a:off x="9245698" y="3962161"/>
            <a:ext cx="4849" cy="14834"/>
          </a:xfrm>
          <a:prstGeom prst="line">
            <a:avLst/>
          </a:prstGeom>
          <a:ln w="63500">
            <a:solidFill>
              <a:srgbClr val="51D5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3" name="Connector 172"/>
          <p:cNvCxnSpPr/>
          <p:nvPr/>
        </p:nvCxnSpPr>
        <p:spPr>
          <a:xfrm flipV="1">
            <a:off x="9250547" y="3947344"/>
            <a:ext cx="4897" cy="14817"/>
          </a:xfrm>
          <a:prstGeom prst="line">
            <a:avLst/>
          </a:prstGeom>
          <a:ln w="63500">
            <a:solidFill>
              <a:srgbClr val="51D5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" name="Connector 173"/>
          <p:cNvCxnSpPr/>
          <p:nvPr/>
        </p:nvCxnSpPr>
        <p:spPr>
          <a:xfrm flipV="1">
            <a:off x="9255444" y="3932545"/>
            <a:ext cx="4951" cy="14799"/>
          </a:xfrm>
          <a:prstGeom prst="line">
            <a:avLst/>
          </a:prstGeom>
          <a:ln w="63500">
            <a:solidFill>
              <a:srgbClr val="51D5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5" name="Connector 174"/>
          <p:cNvCxnSpPr/>
          <p:nvPr/>
        </p:nvCxnSpPr>
        <p:spPr>
          <a:xfrm flipV="1">
            <a:off x="9260395" y="3917764"/>
            <a:ext cx="5008" cy="14781"/>
          </a:xfrm>
          <a:prstGeom prst="line">
            <a:avLst/>
          </a:prstGeom>
          <a:ln w="63500">
            <a:solidFill>
              <a:srgbClr val="51D5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6" name="Connector 175"/>
          <p:cNvCxnSpPr/>
          <p:nvPr/>
        </p:nvCxnSpPr>
        <p:spPr>
          <a:xfrm flipV="1">
            <a:off x="9265403" y="3903005"/>
            <a:ext cx="5069" cy="14759"/>
          </a:xfrm>
          <a:prstGeom prst="line">
            <a:avLst/>
          </a:prstGeom>
          <a:ln w="63500">
            <a:solidFill>
              <a:srgbClr val="51D5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7" name="Connector 176"/>
          <p:cNvCxnSpPr/>
          <p:nvPr/>
        </p:nvCxnSpPr>
        <p:spPr>
          <a:xfrm flipV="1">
            <a:off x="9270472" y="3888267"/>
            <a:ext cx="5134" cy="14738"/>
          </a:xfrm>
          <a:prstGeom prst="line">
            <a:avLst/>
          </a:prstGeom>
          <a:ln w="63500">
            <a:solidFill>
              <a:srgbClr val="51D5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8" name="Connector 177"/>
          <p:cNvCxnSpPr/>
          <p:nvPr/>
        </p:nvCxnSpPr>
        <p:spPr>
          <a:xfrm flipV="1">
            <a:off x="9275606" y="3873554"/>
            <a:ext cx="5202" cy="14713"/>
          </a:xfrm>
          <a:prstGeom prst="line">
            <a:avLst/>
          </a:prstGeom>
          <a:ln w="63500">
            <a:solidFill>
              <a:srgbClr val="51D5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9" name="Connector 178"/>
          <p:cNvCxnSpPr/>
          <p:nvPr/>
        </p:nvCxnSpPr>
        <p:spPr>
          <a:xfrm flipV="1">
            <a:off x="9280808" y="3858867"/>
            <a:ext cx="5274" cy="14687"/>
          </a:xfrm>
          <a:prstGeom prst="line">
            <a:avLst/>
          </a:prstGeom>
          <a:ln w="63500">
            <a:solidFill>
              <a:srgbClr val="51D5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0" name="Connector 179"/>
          <p:cNvCxnSpPr/>
          <p:nvPr/>
        </p:nvCxnSpPr>
        <p:spPr>
          <a:xfrm flipV="1">
            <a:off x="9286082" y="3844206"/>
            <a:ext cx="5350" cy="14661"/>
          </a:xfrm>
          <a:prstGeom prst="line">
            <a:avLst/>
          </a:prstGeom>
          <a:ln w="63500">
            <a:solidFill>
              <a:srgbClr val="51D5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1" name="Connector 180"/>
          <p:cNvCxnSpPr/>
          <p:nvPr/>
        </p:nvCxnSpPr>
        <p:spPr>
          <a:xfrm flipV="1">
            <a:off x="9291432" y="3829576"/>
            <a:ext cx="5429" cy="14630"/>
          </a:xfrm>
          <a:prstGeom prst="line">
            <a:avLst/>
          </a:prstGeom>
          <a:ln w="63500">
            <a:solidFill>
              <a:srgbClr val="51D5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2" name="Connector 181"/>
          <p:cNvCxnSpPr/>
          <p:nvPr/>
        </p:nvCxnSpPr>
        <p:spPr>
          <a:xfrm flipV="1">
            <a:off x="9296861" y="3814976"/>
            <a:ext cx="5513" cy="14600"/>
          </a:xfrm>
          <a:prstGeom prst="line">
            <a:avLst/>
          </a:prstGeom>
          <a:ln w="63500">
            <a:solidFill>
              <a:srgbClr val="51D5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3" name="Connector 182"/>
          <p:cNvCxnSpPr/>
          <p:nvPr/>
        </p:nvCxnSpPr>
        <p:spPr>
          <a:xfrm flipV="1">
            <a:off x="9302374" y="3800409"/>
            <a:ext cx="5598" cy="14567"/>
          </a:xfrm>
          <a:prstGeom prst="line">
            <a:avLst/>
          </a:prstGeom>
          <a:ln w="63500">
            <a:solidFill>
              <a:srgbClr val="51D5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4" name="Connector 183"/>
          <p:cNvCxnSpPr/>
          <p:nvPr/>
        </p:nvCxnSpPr>
        <p:spPr>
          <a:xfrm flipV="1">
            <a:off x="9307972" y="3785877"/>
            <a:ext cx="5689" cy="14532"/>
          </a:xfrm>
          <a:prstGeom prst="line">
            <a:avLst/>
          </a:prstGeom>
          <a:ln w="63500">
            <a:solidFill>
              <a:srgbClr val="51D5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5" name="Connector 184"/>
          <p:cNvCxnSpPr/>
          <p:nvPr/>
        </p:nvCxnSpPr>
        <p:spPr>
          <a:xfrm flipV="1">
            <a:off x="9313661" y="3771382"/>
            <a:ext cx="5782" cy="14495"/>
          </a:xfrm>
          <a:prstGeom prst="line">
            <a:avLst/>
          </a:prstGeom>
          <a:ln w="63500">
            <a:solidFill>
              <a:srgbClr val="51D5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6" name="Connector 185"/>
          <p:cNvCxnSpPr/>
          <p:nvPr/>
        </p:nvCxnSpPr>
        <p:spPr>
          <a:xfrm flipV="1">
            <a:off x="9319443" y="3756926"/>
            <a:ext cx="5878" cy="14456"/>
          </a:xfrm>
          <a:prstGeom prst="line">
            <a:avLst/>
          </a:prstGeom>
          <a:ln w="63500">
            <a:solidFill>
              <a:srgbClr val="51D5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7" name="Connector 186"/>
          <p:cNvCxnSpPr/>
          <p:nvPr/>
        </p:nvCxnSpPr>
        <p:spPr>
          <a:xfrm flipV="1">
            <a:off x="9325321" y="3742510"/>
            <a:ext cx="5979" cy="14416"/>
          </a:xfrm>
          <a:prstGeom prst="line">
            <a:avLst/>
          </a:prstGeom>
          <a:ln w="63500">
            <a:solidFill>
              <a:srgbClr val="51D5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8" name="Connector 187"/>
          <p:cNvCxnSpPr/>
          <p:nvPr/>
        </p:nvCxnSpPr>
        <p:spPr>
          <a:xfrm flipV="1">
            <a:off x="9331300" y="3728138"/>
            <a:ext cx="6080" cy="14372"/>
          </a:xfrm>
          <a:prstGeom prst="line">
            <a:avLst/>
          </a:prstGeom>
          <a:ln w="63500">
            <a:solidFill>
              <a:srgbClr val="51D5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9" name="Connector 188"/>
          <p:cNvCxnSpPr/>
          <p:nvPr/>
        </p:nvCxnSpPr>
        <p:spPr>
          <a:xfrm flipV="1">
            <a:off x="9337380" y="3713811"/>
            <a:ext cx="6187" cy="14327"/>
          </a:xfrm>
          <a:prstGeom prst="line">
            <a:avLst/>
          </a:prstGeom>
          <a:ln w="63500">
            <a:solidFill>
              <a:srgbClr val="51D5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0" name="Connector 189"/>
          <p:cNvCxnSpPr/>
          <p:nvPr/>
        </p:nvCxnSpPr>
        <p:spPr>
          <a:xfrm flipV="1">
            <a:off x="9343567" y="3699531"/>
            <a:ext cx="6296" cy="14280"/>
          </a:xfrm>
          <a:prstGeom prst="line">
            <a:avLst/>
          </a:prstGeom>
          <a:ln w="63500">
            <a:solidFill>
              <a:srgbClr val="51D5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1" name="Connector 190"/>
          <p:cNvCxnSpPr/>
          <p:nvPr/>
        </p:nvCxnSpPr>
        <p:spPr>
          <a:xfrm flipV="1">
            <a:off x="9349863" y="3685302"/>
            <a:ext cx="6407" cy="14229"/>
          </a:xfrm>
          <a:prstGeom prst="line">
            <a:avLst/>
          </a:prstGeom>
          <a:ln w="63500">
            <a:solidFill>
              <a:srgbClr val="51D5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2" name="Connector 191"/>
          <p:cNvCxnSpPr/>
          <p:nvPr/>
        </p:nvCxnSpPr>
        <p:spPr>
          <a:xfrm flipV="1">
            <a:off x="9356270" y="3671124"/>
            <a:ext cx="6522" cy="14178"/>
          </a:xfrm>
          <a:prstGeom prst="line">
            <a:avLst/>
          </a:prstGeom>
          <a:ln w="63500">
            <a:solidFill>
              <a:srgbClr val="51D5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3" name="Connector 192"/>
          <p:cNvCxnSpPr/>
          <p:nvPr/>
        </p:nvCxnSpPr>
        <p:spPr>
          <a:xfrm flipV="1">
            <a:off x="9362792" y="3657001"/>
            <a:ext cx="6639" cy="14123"/>
          </a:xfrm>
          <a:prstGeom prst="line">
            <a:avLst/>
          </a:prstGeom>
          <a:ln w="63500">
            <a:solidFill>
              <a:srgbClr val="51D5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4" name="Connector 193"/>
          <p:cNvCxnSpPr/>
          <p:nvPr/>
        </p:nvCxnSpPr>
        <p:spPr>
          <a:xfrm flipV="1">
            <a:off x="9369431" y="3642935"/>
            <a:ext cx="6759" cy="14066"/>
          </a:xfrm>
          <a:prstGeom prst="line">
            <a:avLst/>
          </a:prstGeom>
          <a:ln w="63500">
            <a:solidFill>
              <a:srgbClr val="51D5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5" name="Connector 194"/>
          <p:cNvCxnSpPr/>
          <p:nvPr/>
        </p:nvCxnSpPr>
        <p:spPr>
          <a:xfrm flipV="1">
            <a:off x="9376190" y="3628928"/>
            <a:ext cx="6881" cy="14007"/>
          </a:xfrm>
          <a:prstGeom prst="line">
            <a:avLst/>
          </a:prstGeom>
          <a:ln w="63500">
            <a:solidFill>
              <a:srgbClr val="51D5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6" name="Connector 195"/>
          <p:cNvCxnSpPr/>
          <p:nvPr/>
        </p:nvCxnSpPr>
        <p:spPr>
          <a:xfrm flipV="1">
            <a:off x="9383071" y="3614983"/>
            <a:ext cx="7006" cy="13945"/>
          </a:xfrm>
          <a:prstGeom prst="line">
            <a:avLst/>
          </a:prstGeom>
          <a:ln w="63500">
            <a:solidFill>
              <a:srgbClr val="51D5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7" name="Connector 196"/>
          <p:cNvCxnSpPr/>
          <p:nvPr/>
        </p:nvCxnSpPr>
        <p:spPr>
          <a:xfrm flipV="1">
            <a:off x="9390077" y="3601103"/>
            <a:ext cx="7133" cy="13880"/>
          </a:xfrm>
          <a:prstGeom prst="line">
            <a:avLst/>
          </a:prstGeom>
          <a:ln w="63500">
            <a:solidFill>
              <a:srgbClr val="51D5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8" name="Connector 197"/>
          <p:cNvCxnSpPr/>
          <p:nvPr/>
        </p:nvCxnSpPr>
        <p:spPr>
          <a:xfrm flipV="1">
            <a:off x="9397210" y="3587290"/>
            <a:ext cx="7262" cy="13813"/>
          </a:xfrm>
          <a:prstGeom prst="line">
            <a:avLst/>
          </a:prstGeom>
          <a:ln w="63500">
            <a:solidFill>
              <a:srgbClr val="51D5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9" name="Connector 198"/>
          <p:cNvCxnSpPr/>
          <p:nvPr/>
        </p:nvCxnSpPr>
        <p:spPr>
          <a:xfrm flipV="1">
            <a:off x="9404472" y="3573546"/>
            <a:ext cx="7393" cy="13744"/>
          </a:xfrm>
          <a:prstGeom prst="line">
            <a:avLst/>
          </a:prstGeom>
          <a:ln w="63500">
            <a:solidFill>
              <a:srgbClr val="51D5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0" name="Connector 199"/>
          <p:cNvCxnSpPr/>
          <p:nvPr/>
        </p:nvCxnSpPr>
        <p:spPr>
          <a:xfrm flipV="1">
            <a:off x="9411865" y="3559875"/>
            <a:ext cx="7527" cy="13671"/>
          </a:xfrm>
          <a:prstGeom prst="line">
            <a:avLst/>
          </a:prstGeom>
          <a:ln w="63500">
            <a:solidFill>
              <a:srgbClr val="51D5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1" name="Connector 200"/>
          <p:cNvCxnSpPr/>
          <p:nvPr/>
        </p:nvCxnSpPr>
        <p:spPr>
          <a:xfrm flipV="1">
            <a:off x="9419392" y="3546280"/>
            <a:ext cx="7661" cy="13595"/>
          </a:xfrm>
          <a:prstGeom prst="line">
            <a:avLst/>
          </a:prstGeom>
          <a:ln w="63500">
            <a:solidFill>
              <a:srgbClr val="51D5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2" name="Connector 201"/>
          <p:cNvCxnSpPr/>
          <p:nvPr/>
        </p:nvCxnSpPr>
        <p:spPr>
          <a:xfrm flipV="1">
            <a:off x="9427053" y="3532762"/>
            <a:ext cx="7798" cy="13518"/>
          </a:xfrm>
          <a:prstGeom prst="line">
            <a:avLst/>
          </a:prstGeom>
          <a:ln w="63500">
            <a:solidFill>
              <a:srgbClr val="51D5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3" name="Connector 202"/>
          <p:cNvCxnSpPr/>
          <p:nvPr/>
        </p:nvCxnSpPr>
        <p:spPr>
          <a:xfrm flipV="1">
            <a:off x="9434851" y="3519326"/>
            <a:ext cx="7937" cy="13436"/>
          </a:xfrm>
          <a:prstGeom prst="line">
            <a:avLst/>
          </a:prstGeom>
          <a:ln w="63500">
            <a:solidFill>
              <a:srgbClr val="51D5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4" name="Connector 203"/>
          <p:cNvCxnSpPr/>
          <p:nvPr/>
        </p:nvCxnSpPr>
        <p:spPr>
          <a:xfrm flipV="1">
            <a:off x="9442788" y="3505972"/>
            <a:ext cx="8077" cy="13354"/>
          </a:xfrm>
          <a:prstGeom prst="line">
            <a:avLst/>
          </a:prstGeom>
          <a:ln w="63500">
            <a:solidFill>
              <a:srgbClr val="51D5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5" name="Connector 204"/>
          <p:cNvCxnSpPr/>
          <p:nvPr/>
        </p:nvCxnSpPr>
        <p:spPr>
          <a:xfrm flipV="1">
            <a:off x="9450865" y="3492706"/>
            <a:ext cx="8218" cy="13266"/>
          </a:xfrm>
          <a:prstGeom prst="line">
            <a:avLst/>
          </a:prstGeom>
          <a:ln w="63500">
            <a:solidFill>
              <a:srgbClr val="51D5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6" name="Connector 205"/>
          <p:cNvCxnSpPr/>
          <p:nvPr/>
        </p:nvCxnSpPr>
        <p:spPr>
          <a:xfrm flipV="1">
            <a:off x="9459083" y="3479529"/>
            <a:ext cx="8361" cy="13177"/>
          </a:xfrm>
          <a:prstGeom prst="line">
            <a:avLst/>
          </a:prstGeom>
          <a:ln w="63500">
            <a:solidFill>
              <a:srgbClr val="51D5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7" name="Connector 206"/>
          <p:cNvCxnSpPr/>
          <p:nvPr/>
        </p:nvCxnSpPr>
        <p:spPr>
          <a:xfrm flipV="1">
            <a:off x="9467444" y="3466444"/>
            <a:ext cx="8505" cy="13085"/>
          </a:xfrm>
          <a:prstGeom prst="line">
            <a:avLst/>
          </a:prstGeom>
          <a:ln w="63500">
            <a:solidFill>
              <a:srgbClr val="51D5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8" name="Connector 207"/>
          <p:cNvCxnSpPr/>
          <p:nvPr/>
        </p:nvCxnSpPr>
        <p:spPr>
          <a:xfrm flipV="1">
            <a:off x="9475949" y="3453454"/>
            <a:ext cx="8649" cy="12990"/>
          </a:xfrm>
          <a:prstGeom prst="line">
            <a:avLst/>
          </a:prstGeom>
          <a:ln w="63500">
            <a:solidFill>
              <a:srgbClr val="51D5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9" name="Connector 208"/>
          <p:cNvCxnSpPr/>
          <p:nvPr/>
        </p:nvCxnSpPr>
        <p:spPr>
          <a:xfrm flipV="1">
            <a:off x="9484598" y="3440563"/>
            <a:ext cx="8795" cy="12891"/>
          </a:xfrm>
          <a:prstGeom prst="line">
            <a:avLst/>
          </a:prstGeom>
          <a:ln w="63500">
            <a:solidFill>
              <a:srgbClr val="51D5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0" name="Connector 209"/>
          <p:cNvCxnSpPr/>
          <p:nvPr/>
        </p:nvCxnSpPr>
        <p:spPr>
          <a:xfrm flipV="1">
            <a:off x="9493393" y="3427773"/>
            <a:ext cx="8941" cy="12790"/>
          </a:xfrm>
          <a:prstGeom prst="line">
            <a:avLst/>
          </a:prstGeom>
          <a:ln w="63500">
            <a:solidFill>
              <a:srgbClr val="51D5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1" name="Connector 210"/>
          <p:cNvCxnSpPr/>
          <p:nvPr/>
        </p:nvCxnSpPr>
        <p:spPr>
          <a:xfrm flipV="1">
            <a:off x="9502334" y="3415087"/>
            <a:ext cx="9089" cy="12686"/>
          </a:xfrm>
          <a:prstGeom prst="line">
            <a:avLst/>
          </a:prstGeom>
          <a:ln w="63500">
            <a:solidFill>
              <a:srgbClr val="51D5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2" name="Connector 211"/>
          <p:cNvCxnSpPr/>
          <p:nvPr/>
        </p:nvCxnSpPr>
        <p:spPr>
          <a:xfrm flipV="1">
            <a:off x="9511423" y="3402507"/>
            <a:ext cx="9236" cy="12580"/>
          </a:xfrm>
          <a:prstGeom prst="line">
            <a:avLst/>
          </a:prstGeom>
          <a:ln w="63500">
            <a:solidFill>
              <a:srgbClr val="51D5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3" name="Connector 212"/>
          <p:cNvCxnSpPr/>
          <p:nvPr/>
        </p:nvCxnSpPr>
        <p:spPr>
          <a:xfrm flipV="1">
            <a:off x="9520659" y="3390038"/>
            <a:ext cx="9384" cy="12469"/>
          </a:xfrm>
          <a:prstGeom prst="line">
            <a:avLst/>
          </a:prstGeom>
          <a:ln w="63500">
            <a:solidFill>
              <a:srgbClr val="51D5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4" name="Connector 213"/>
          <p:cNvCxnSpPr/>
          <p:nvPr/>
        </p:nvCxnSpPr>
        <p:spPr>
          <a:xfrm flipV="1">
            <a:off x="9530043" y="3377682"/>
            <a:ext cx="9532" cy="12356"/>
          </a:xfrm>
          <a:prstGeom prst="line">
            <a:avLst/>
          </a:prstGeom>
          <a:ln w="63500">
            <a:solidFill>
              <a:srgbClr val="51D5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5" name="Connector 214"/>
          <p:cNvCxnSpPr/>
          <p:nvPr/>
        </p:nvCxnSpPr>
        <p:spPr>
          <a:xfrm flipV="1">
            <a:off x="9539575" y="3365442"/>
            <a:ext cx="9681" cy="12240"/>
          </a:xfrm>
          <a:prstGeom prst="line">
            <a:avLst/>
          </a:prstGeom>
          <a:ln w="63500">
            <a:solidFill>
              <a:srgbClr val="51D5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6" name="Connector 215"/>
          <p:cNvCxnSpPr/>
          <p:nvPr/>
        </p:nvCxnSpPr>
        <p:spPr>
          <a:xfrm flipV="1">
            <a:off x="9549256" y="3353321"/>
            <a:ext cx="9829" cy="12121"/>
          </a:xfrm>
          <a:prstGeom prst="line">
            <a:avLst/>
          </a:prstGeom>
          <a:ln w="63500">
            <a:solidFill>
              <a:srgbClr val="51D5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7" name="Connector 216"/>
          <p:cNvCxnSpPr/>
          <p:nvPr/>
        </p:nvCxnSpPr>
        <p:spPr>
          <a:xfrm flipV="1">
            <a:off x="9559085" y="3341321"/>
            <a:ext cx="9978" cy="12000"/>
          </a:xfrm>
          <a:prstGeom prst="line">
            <a:avLst/>
          </a:prstGeom>
          <a:ln w="63500">
            <a:solidFill>
              <a:srgbClr val="51D5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8" name="Connector 217"/>
          <p:cNvCxnSpPr/>
          <p:nvPr/>
        </p:nvCxnSpPr>
        <p:spPr>
          <a:xfrm flipV="1">
            <a:off x="9569063" y="3329446"/>
            <a:ext cx="10125" cy="11875"/>
          </a:xfrm>
          <a:prstGeom prst="line">
            <a:avLst/>
          </a:prstGeom>
          <a:ln w="63500">
            <a:solidFill>
              <a:srgbClr val="51D5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9" name="Connector 218"/>
          <p:cNvCxnSpPr/>
          <p:nvPr/>
        </p:nvCxnSpPr>
        <p:spPr>
          <a:xfrm flipV="1">
            <a:off x="9579188" y="3317698"/>
            <a:ext cx="10273" cy="11748"/>
          </a:xfrm>
          <a:prstGeom prst="line">
            <a:avLst/>
          </a:prstGeom>
          <a:ln w="63500">
            <a:solidFill>
              <a:srgbClr val="51D5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0" name="Connector 219"/>
          <p:cNvCxnSpPr/>
          <p:nvPr/>
        </p:nvCxnSpPr>
        <p:spPr>
          <a:xfrm flipV="1">
            <a:off x="9589461" y="3306081"/>
            <a:ext cx="10420" cy="11617"/>
          </a:xfrm>
          <a:prstGeom prst="line">
            <a:avLst/>
          </a:prstGeom>
          <a:ln w="63500">
            <a:solidFill>
              <a:srgbClr val="51D5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1" name="Connector 220"/>
          <p:cNvCxnSpPr/>
          <p:nvPr/>
        </p:nvCxnSpPr>
        <p:spPr>
          <a:xfrm flipV="1">
            <a:off x="9599881" y="3294597"/>
            <a:ext cx="10566" cy="11484"/>
          </a:xfrm>
          <a:prstGeom prst="line">
            <a:avLst/>
          </a:prstGeom>
          <a:ln w="63500">
            <a:solidFill>
              <a:srgbClr val="51D5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2" name="Connector 221"/>
          <p:cNvCxnSpPr/>
          <p:nvPr/>
        </p:nvCxnSpPr>
        <p:spPr>
          <a:xfrm flipV="1">
            <a:off x="9610447" y="3283248"/>
            <a:ext cx="10713" cy="11349"/>
          </a:xfrm>
          <a:prstGeom prst="line">
            <a:avLst/>
          </a:prstGeom>
          <a:ln w="63500">
            <a:solidFill>
              <a:srgbClr val="51D5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3" name="Connector 222"/>
          <p:cNvCxnSpPr/>
          <p:nvPr/>
        </p:nvCxnSpPr>
        <p:spPr>
          <a:xfrm flipV="1">
            <a:off x="9621160" y="3272038"/>
            <a:ext cx="10857" cy="11210"/>
          </a:xfrm>
          <a:prstGeom prst="line">
            <a:avLst/>
          </a:prstGeom>
          <a:ln w="63500">
            <a:solidFill>
              <a:srgbClr val="51D5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4" name="Connector 223"/>
          <p:cNvCxnSpPr/>
          <p:nvPr/>
        </p:nvCxnSpPr>
        <p:spPr>
          <a:xfrm flipV="1">
            <a:off x="9632017" y="3260969"/>
            <a:ext cx="11001" cy="11069"/>
          </a:xfrm>
          <a:prstGeom prst="line">
            <a:avLst/>
          </a:prstGeom>
          <a:ln w="63500">
            <a:solidFill>
              <a:srgbClr val="51D5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5" name="Connector 224"/>
          <p:cNvCxnSpPr/>
          <p:nvPr/>
        </p:nvCxnSpPr>
        <p:spPr>
          <a:xfrm flipV="1">
            <a:off x="9643018" y="3250044"/>
            <a:ext cx="11143" cy="10925"/>
          </a:xfrm>
          <a:prstGeom prst="line">
            <a:avLst/>
          </a:prstGeom>
          <a:ln w="63500">
            <a:solidFill>
              <a:srgbClr val="51D5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6" name="Connector 225"/>
          <p:cNvCxnSpPr/>
          <p:nvPr/>
        </p:nvCxnSpPr>
        <p:spPr>
          <a:xfrm flipV="1">
            <a:off x="9654161" y="3239265"/>
            <a:ext cx="11286" cy="10779"/>
          </a:xfrm>
          <a:prstGeom prst="line">
            <a:avLst/>
          </a:prstGeom>
          <a:ln w="63500">
            <a:solidFill>
              <a:srgbClr val="51D5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7" name="Connector 226"/>
          <p:cNvCxnSpPr/>
          <p:nvPr/>
        </p:nvCxnSpPr>
        <p:spPr>
          <a:xfrm flipV="1">
            <a:off x="9665447" y="3228635"/>
            <a:ext cx="11425" cy="10630"/>
          </a:xfrm>
          <a:prstGeom prst="line">
            <a:avLst/>
          </a:prstGeom>
          <a:ln w="63500">
            <a:solidFill>
              <a:srgbClr val="51D5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8" name="Connector 227"/>
          <p:cNvCxnSpPr/>
          <p:nvPr/>
        </p:nvCxnSpPr>
        <p:spPr>
          <a:xfrm flipV="1">
            <a:off x="9676872" y="3218156"/>
            <a:ext cx="11564" cy="10479"/>
          </a:xfrm>
          <a:prstGeom prst="line">
            <a:avLst/>
          </a:prstGeom>
          <a:ln w="63500">
            <a:solidFill>
              <a:srgbClr val="51D5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9" name="Connector 228"/>
          <p:cNvCxnSpPr/>
          <p:nvPr/>
        </p:nvCxnSpPr>
        <p:spPr>
          <a:xfrm flipV="1">
            <a:off x="9688436" y="3207831"/>
            <a:ext cx="11702" cy="10325"/>
          </a:xfrm>
          <a:prstGeom prst="line">
            <a:avLst/>
          </a:prstGeom>
          <a:ln w="63500">
            <a:solidFill>
              <a:srgbClr val="51D5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0" name="Connector 229"/>
          <p:cNvCxnSpPr/>
          <p:nvPr/>
        </p:nvCxnSpPr>
        <p:spPr>
          <a:xfrm flipV="1">
            <a:off x="9700138" y="3197661"/>
            <a:ext cx="11836" cy="10170"/>
          </a:xfrm>
          <a:prstGeom prst="line">
            <a:avLst/>
          </a:prstGeom>
          <a:ln w="63500">
            <a:solidFill>
              <a:srgbClr val="51D5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1" name="Connector 230"/>
          <p:cNvCxnSpPr/>
          <p:nvPr/>
        </p:nvCxnSpPr>
        <p:spPr>
          <a:xfrm flipV="1">
            <a:off x="9711974" y="3187649"/>
            <a:ext cx="11971" cy="10012"/>
          </a:xfrm>
          <a:prstGeom prst="line">
            <a:avLst/>
          </a:prstGeom>
          <a:ln w="63500">
            <a:solidFill>
              <a:srgbClr val="51D5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2" name="Connector 231"/>
          <p:cNvCxnSpPr/>
          <p:nvPr/>
        </p:nvCxnSpPr>
        <p:spPr>
          <a:xfrm flipV="1">
            <a:off x="9723945" y="3177797"/>
            <a:ext cx="12103" cy="9852"/>
          </a:xfrm>
          <a:prstGeom prst="line">
            <a:avLst/>
          </a:prstGeom>
          <a:ln w="63500">
            <a:solidFill>
              <a:srgbClr val="51D5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3" name="Connector 232"/>
          <p:cNvCxnSpPr/>
          <p:nvPr/>
        </p:nvCxnSpPr>
        <p:spPr>
          <a:xfrm flipV="1">
            <a:off x="9736048" y="3168106"/>
            <a:ext cx="12233" cy="9691"/>
          </a:xfrm>
          <a:prstGeom prst="line">
            <a:avLst/>
          </a:prstGeom>
          <a:ln w="63500">
            <a:solidFill>
              <a:srgbClr val="51D5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4" name="Connector 233"/>
          <p:cNvCxnSpPr/>
          <p:nvPr/>
        </p:nvCxnSpPr>
        <p:spPr>
          <a:xfrm flipV="1">
            <a:off x="9748281" y="3158580"/>
            <a:ext cx="12360" cy="9526"/>
          </a:xfrm>
          <a:prstGeom prst="line">
            <a:avLst/>
          </a:prstGeom>
          <a:ln w="63500">
            <a:solidFill>
              <a:srgbClr val="51D5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5" name="Connector 234"/>
          <p:cNvCxnSpPr/>
          <p:nvPr/>
        </p:nvCxnSpPr>
        <p:spPr>
          <a:xfrm flipV="1">
            <a:off x="9760641" y="3149219"/>
            <a:ext cx="12487" cy="9361"/>
          </a:xfrm>
          <a:prstGeom prst="line">
            <a:avLst/>
          </a:prstGeom>
          <a:ln w="63500">
            <a:solidFill>
              <a:srgbClr val="51D5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6" name="Connector 235"/>
          <p:cNvCxnSpPr/>
          <p:nvPr/>
        </p:nvCxnSpPr>
        <p:spPr>
          <a:xfrm flipV="1">
            <a:off x="9773128" y="3140026"/>
            <a:ext cx="12610" cy="9193"/>
          </a:xfrm>
          <a:prstGeom prst="line">
            <a:avLst/>
          </a:prstGeom>
          <a:ln w="63500">
            <a:solidFill>
              <a:srgbClr val="51D5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7" name="Connector 236"/>
          <p:cNvCxnSpPr/>
          <p:nvPr/>
        </p:nvCxnSpPr>
        <p:spPr>
          <a:xfrm flipV="1">
            <a:off x="9785738" y="3131001"/>
            <a:ext cx="12732" cy="9025"/>
          </a:xfrm>
          <a:prstGeom prst="line">
            <a:avLst/>
          </a:prstGeom>
          <a:ln w="63500">
            <a:solidFill>
              <a:srgbClr val="51D5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8" name="Connector 237"/>
          <p:cNvCxnSpPr/>
          <p:nvPr/>
        </p:nvCxnSpPr>
        <p:spPr>
          <a:xfrm flipV="1">
            <a:off x="9798470" y="3122147"/>
            <a:ext cx="12851" cy="8854"/>
          </a:xfrm>
          <a:prstGeom prst="line">
            <a:avLst/>
          </a:prstGeom>
          <a:ln w="63500">
            <a:solidFill>
              <a:srgbClr val="51D5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9" name="Connector 238"/>
          <p:cNvCxnSpPr/>
          <p:nvPr/>
        </p:nvCxnSpPr>
        <p:spPr>
          <a:xfrm flipV="1">
            <a:off x="9811321" y="3113465"/>
            <a:ext cx="12967" cy="8682"/>
          </a:xfrm>
          <a:prstGeom prst="line">
            <a:avLst/>
          </a:prstGeom>
          <a:ln w="63500">
            <a:solidFill>
              <a:srgbClr val="51D5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0" name="Connector 239"/>
          <p:cNvCxnSpPr/>
          <p:nvPr/>
        </p:nvCxnSpPr>
        <p:spPr>
          <a:xfrm flipV="1">
            <a:off x="9824288" y="3104955"/>
            <a:ext cx="13082" cy="8510"/>
          </a:xfrm>
          <a:prstGeom prst="line">
            <a:avLst/>
          </a:prstGeom>
          <a:ln w="63500">
            <a:solidFill>
              <a:srgbClr val="51D5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1" name="Connector 240"/>
          <p:cNvCxnSpPr/>
          <p:nvPr/>
        </p:nvCxnSpPr>
        <p:spPr>
          <a:xfrm flipV="1">
            <a:off x="9837370" y="3096620"/>
            <a:ext cx="13194" cy="8335"/>
          </a:xfrm>
          <a:prstGeom prst="line">
            <a:avLst/>
          </a:prstGeom>
          <a:ln w="63500">
            <a:solidFill>
              <a:srgbClr val="51D5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2" name="Connector 241"/>
          <p:cNvCxnSpPr/>
          <p:nvPr/>
        </p:nvCxnSpPr>
        <p:spPr>
          <a:xfrm flipV="1">
            <a:off x="9850564" y="3088460"/>
            <a:ext cx="13302" cy="8160"/>
          </a:xfrm>
          <a:prstGeom prst="line">
            <a:avLst/>
          </a:prstGeom>
          <a:ln w="63500">
            <a:solidFill>
              <a:srgbClr val="51D5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3" name="Connector 242"/>
          <p:cNvCxnSpPr/>
          <p:nvPr/>
        </p:nvCxnSpPr>
        <p:spPr>
          <a:xfrm flipV="1">
            <a:off x="9863866" y="3080477"/>
            <a:ext cx="13409" cy="7983"/>
          </a:xfrm>
          <a:prstGeom prst="line">
            <a:avLst/>
          </a:prstGeom>
          <a:ln w="63500">
            <a:solidFill>
              <a:srgbClr val="51D5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4" name="Connector 243"/>
          <p:cNvCxnSpPr/>
          <p:nvPr/>
        </p:nvCxnSpPr>
        <p:spPr>
          <a:xfrm flipV="1">
            <a:off x="9877275" y="3072670"/>
            <a:ext cx="13513" cy="7807"/>
          </a:xfrm>
          <a:prstGeom prst="line">
            <a:avLst/>
          </a:prstGeom>
          <a:ln w="63500">
            <a:solidFill>
              <a:srgbClr val="51D5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5" name="Connector 244"/>
          <p:cNvCxnSpPr/>
          <p:nvPr/>
        </p:nvCxnSpPr>
        <p:spPr>
          <a:xfrm flipV="1">
            <a:off x="9890788" y="3065041"/>
            <a:ext cx="13614" cy="7629"/>
          </a:xfrm>
          <a:prstGeom prst="line">
            <a:avLst/>
          </a:prstGeom>
          <a:ln w="63500">
            <a:solidFill>
              <a:srgbClr val="51D5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6" name="Connector 245"/>
          <p:cNvCxnSpPr/>
          <p:nvPr/>
        </p:nvCxnSpPr>
        <p:spPr>
          <a:xfrm flipV="1">
            <a:off x="9904402" y="3057590"/>
            <a:ext cx="13712" cy="7451"/>
          </a:xfrm>
          <a:prstGeom prst="line">
            <a:avLst/>
          </a:prstGeom>
          <a:ln w="63500">
            <a:solidFill>
              <a:srgbClr val="51D5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7" name="Connector 246"/>
          <p:cNvCxnSpPr/>
          <p:nvPr/>
        </p:nvCxnSpPr>
        <p:spPr>
          <a:xfrm flipV="1">
            <a:off x="9918114" y="3050318"/>
            <a:ext cx="13807" cy="7272"/>
          </a:xfrm>
          <a:prstGeom prst="line">
            <a:avLst/>
          </a:prstGeom>
          <a:ln w="63500">
            <a:solidFill>
              <a:srgbClr val="51D5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8" name="Connector 247"/>
          <p:cNvCxnSpPr/>
          <p:nvPr/>
        </p:nvCxnSpPr>
        <p:spPr>
          <a:xfrm flipV="1">
            <a:off x="9931921" y="3043224"/>
            <a:ext cx="13901" cy="7094"/>
          </a:xfrm>
          <a:prstGeom prst="line">
            <a:avLst/>
          </a:prstGeom>
          <a:ln w="63500">
            <a:solidFill>
              <a:srgbClr val="51D5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9" name="Connector 248"/>
          <p:cNvCxnSpPr/>
          <p:nvPr/>
        </p:nvCxnSpPr>
        <p:spPr>
          <a:xfrm flipV="1">
            <a:off x="9945822" y="3036310"/>
            <a:ext cx="13990" cy="6914"/>
          </a:xfrm>
          <a:prstGeom prst="line">
            <a:avLst/>
          </a:prstGeom>
          <a:ln w="63500">
            <a:solidFill>
              <a:srgbClr val="51D5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0" name="Connector 249"/>
          <p:cNvCxnSpPr/>
          <p:nvPr/>
        </p:nvCxnSpPr>
        <p:spPr>
          <a:xfrm flipV="1">
            <a:off x="9959812" y="3029575"/>
            <a:ext cx="14078" cy="6735"/>
          </a:xfrm>
          <a:prstGeom prst="line">
            <a:avLst/>
          </a:prstGeom>
          <a:ln w="63500">
            <a:solidFill>
              <a:srgbClr val="51D5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1" name="Connector 250"/>
          <p:cNvCxnSpPr/>
          <p:nvPr/>
        </p:nvCxnSpPr>
        <p:spPr>
          <a:xfrm flipV="1">
            <a:off x="9973890" y="3023019"/>
            <a:ext cx="14162" cy="6556"/>
          </a:xfrm>
          <a:prstGeom prst="line">
            <a:avLst/>
          </a:prstGeom>
          <a:ln w="63500">
            <a:solidFill>
              <a:srgbClr val="51D5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2" name="Connector 251"/>
          <p:cNvCxnSpPr/>
          <p:nvPr/>
        </p:nvCxnSpPr>
        <p:spPr>
          <a:xfrm flipV="1">
            <a:off x="9988052" y="3016642"/>
            <a:ext cx="14243" cy="6377"/>
          </a:xfrm>
          <a:prstGeom prst="line">
            <a:avLst/>
          </a:prstGeom>
          <a:ln w="63500">
            <a:solidFill>
              <a:srgbClr val="51D5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3" name="Connector 252"/>
          <p:cNvCxnSpPr/>
          <p:nvPr/>
        </p:nvCxnSpPr>
        <p:spPr>
          <a:xfrm flipV="1">
            <a:off x="10002295" y="3010443"/>
            <a:ext cx="14322" cy="6199"/>
          </a:xfrm>
          <a:prstGeom prst="line">
            <a:avLst/>
          </a:prstGeom>
          <a:ln w="63500">
            <a:solidFill>
              <a:srgbClr val="51D5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4" name="Connector 253"/>
          <p:cNvCxnSpPr/>
          <p:nvPr/>
        </p:nvCxnSpPr>
        <p:spPr>
          <a:xfrm flipV="1">
            <a:off x="10016617" y="3004422"/>
            <a:ext cx="14397" cy="6021"/>
          </a:xfrm>
          <a:prstGeom prst="line">
            <a:avLst/>
          </a:prstGeom>
          <a:ln w="63500">
            <a:solidFill>
              <a:srgbClr val="51D5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5" name="Connector 254"/>
          <p:cNvCxnSpPr/>
          <p:nvPr/>
        </p:nvCxnSpPr>
        <p:spPr>
          <a:xfrm flipV="1">
            <a:off x="10031014" y="2998579"/>
            <a:ext cx="14471" cy="5843"/>
          </a:xfrm>
          <a:prstGeom prst="line">
            <a:avLst/>
          </a:prstGeom>
          <a:ln w="63500">
            <a:solidFill>
              <a:srgbClr val="51D5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6" name="Connector 255"/>
          <p:cNvCxnSpPr/>
          <p:nvPr/>
        </p:nvCxnSpPr>
        <p:spPr>
          <a:xfrm flipV="1">
            <a:off x="10045485" y="2992912"/>
            <a:ext cx="14541" cy="5667"/>
          </a:xfrm>
          <a:prstGeom prst="line">
            <a:avLst/>
          </a:prstGeom>
          <a:ln w="63500">
            <a:solidFill>
              <a:srgbClr val="51D5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7" name="Connector 256"/>
          <p:cNvCxnSpPr/>
          <p:nvPr/>
        </p:nvCxnSpPr>
        <p:spPr>
          <a:xfrm flipV="1">
            <a:off x="10060026" y="2987421"/>
            <a:ext cx="14607" cy="5491"/>
          </a:xfrm>
          <a:prstGeom prst="line">
            <a:avLst/>
          </a:prstGeom>
          <a:ln w="63500">
            <a:solidFill>
              <a:srgbClr val="51D5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8" name="Connector 257"/>
          <p:cNvCxnSpPr/>
          <p:nvPr/>
        </p:nvCxnSpPr>
        <p:spPr>
          <a:xfrm flipV="1">
            <a:off x="10074633" y="2982105"/>
            <a:ext cx="14673" cy="5316"/>
          </a:xfrm>
          <a:prstGeom prst="line">
            <a:avLst/>
          </a:prstGeom>
          <a:ln w="63500">
            <a:solidFill>
              <a:srgbClr val="51D5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9" name="Connector 258"/>
          <p:cNvCxnSpPr/>
          <p:nvPr/>
        </p:nvCxnSpPr>
        <p:spPr>
          <a:xfrm flipV="1">
            <a:off x="10089306" y="2976963"/>
            <a:ext cx="14734" cy="5142"/>
          </a:xfrm>
          <a:prstGeom prst="line">
            <a:avLst/>
          </a:prstGeom>
          <a:ln w="63500">
            <a:solidFill>
              <a:srgbClr val="51D5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0" name="Connector 259"/>
          <p:cNvCxnSpPr/>
          <p:nvPr/>
        </p:nvCxnSpPr>
        <p:spPr>
          <a:xfrm flipV="1">
            <a:off x="10104040" y="2971993"/>
            <a:ext cx="14793" cy="4970"/>
          </a:xfrm>
          <a:prstGeom prst="line">
            <a:avLst/>
          </a:prstGeom>
          <a:ln w="63500">
            <a:solidFill>
              <a:srgbClr val="51D5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1" name="Connector 260"/>
          <p:cNvCxnSpPr/>
          <p:nvPr/>
        </p:nvCxnSpPr>
        <p:spPr>
          <a:xfrm flipV="1">
            <a:off x="10118833" y="2967195"/>
            <a:ext cx="14850" cy="4798"/>
          </a:xfrm>
          <a:prstGeom prst="line">
            <a:avLst/>
          </a:prstGeom>
          <a:ln w="63500">
            <a:solidFill>
              <a:srgbClr val="51D5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2" name="Connector 261"/>
          <p:cNvCxnSpPr/>
          <p:nvPr/>
        </p:nvCxnSpPr>
        <p:spPr>
          <a:xfrm flipV="1">
            <a:off x="10133683" y="2962566"/>
            <a:ext cx="14903" cy="4629"/>
          </a:xfrm>
          <a:prstGeom prst="line">
            <a:avLst/>
          </a:prstGeom>
          <a:ln w="63500">
            <a:solidFill>
              <a:srgbClr val="51D5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3" name="Connector 262"/>
          <p:cNvCxnSpPr/>
          <p:nvPr/>
        </p:nvCxnSpPr>
        <p:spPr>
          <a:xfrm flipV="1">
            <a:off x="10148586" y="2958105"/>
            <a:ext cx="14955" cy="4461"/>
          </a:xfrm>
          <a:prstGeom prst="line">
            <a:avLst/>
          </a:prstGeom>
          <a:ln w="63500">
            <a:solidFill>
              <a:srgbClr val="51D5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4" name="Connector 263"/>
          <p:cNvCxnSpPr/>
          <p:nvPr/>
        </p:nvCxnSpPr>
        <p:spPr>
          <a:xfrm flipV="1">
            <a:off x="10163541" y="2953810"/>
            <a:ext cx="15003" cy="4295"/>
          </a:xfrm>
          <a:prstGeom prst="line">
            <a:avLst/>
          </a:prstGeom>
          <a:ln w="63500">
            <a:solidFill>
              <a:srgbClr val="51D5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5" name="Connector 264"/>
          <p:cNvCxnSpPr/>
          <p:nvPr/>
        </p:nvCxnSpPr>
        <p:spPr>
          <a:xfrm flipV="1">
            <a:off x="10178544" y="2949680"/>
            <a:ext cx="15050" cy="4130"/>
          </a:xfrm>
          <a:prstGeom prst="line">
            <a:avLst/>
          </a:prstGeom>
          <a:ln w="63500">
            <a:solidFill>
              <a:srgbClr val="51D5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6" name="Connector 265"/>
          <p:cNvCxnSpPr/>
          <p:nvPr/>
        </p:nvCxnSpPr>
        <p:spPr>
          <a:xfrm flipV="1">
            <a:off x="10193594" y="2945713"/>
            <a:ext cx="15093" cy="3967"/>
          </a:xfrm>
          <a:prstGeom prst="line">
            <a:avLst/>
          </a:prstGeom>
          <a:ln w="63500">
            <a:solidFill>
              <a:srgbClr val="51D5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7" name="Connector 266"/>
          <p:cNvCxnSpPr/>
          <p:nvPr/>
        </p:nvCxnSpPr>
        <p:spPr>
          <a:xfrm flipV="1">
            <a:off x="10208687" y="2941906"/>
            <a:ext cx="15134" cy="3807"/>
          </a:xfrm>
          <a:prstGeom prst="line">
            <a:avLst/>
          </a:prstGeom>
          <a:ln w="63500">
            <a:solidFill>
              <a:srgbClr val="51D5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8" name="Connector 267"/>
          <p:cNvCxnSpPr/>
          <p:nvPr/>
        </p:nvCxnSpPr>
        <p:spPr>
          <a:xfrm flipV="1">
            <a:off x="10223821" y="2938257"/>
            <a:ext cx="15173" cy="3649"/>
          </a:xfrm>
          <a:prstGeom prst="line">
            <a:avLst/>
          </a:prstGeom>
          <a:ln w="63500">
            <a:solidFill>
              <a:srgbClr val="51D5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9" name="Connector 268"/>
          <p:cNvCxnSpPr/>
          <p:nvPr/>
        </p:nvCxnSpPr>
        <p:spPr>
          <a:xfrm flipV="1">
            <a:off x="10238994" y="2934765"/>
            <a:ext cx="15210" cy="3492"/>
          </a:xfrm>
          <a:prstGeom prst="line">
            <a:avLst/>
          </a:prstGeom>
          <a:ln w="63500">
            <a:solidFill>
              <a:srgbClr val="51D5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0" name="Connector 269"/>
          <p:cNvCxnSpPr/>
          <p:nvPr/>
        </p:nvCxnSpPr>
        <p:spPr>
          <a:xfrm flipV="1">
            <a:off x="10254204" y="2931426"/>
            <a:ext cx="15245" cy="3339"/>
          </a:xfrm>
          <a:prstGeom prst="line">
            <a:avLst/>
          </a:prstGeom>
          <a:ln w="63500">
            <a:solidFill>
              <a:srgbClr val="51D5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1" name="Connector 270"/>
          <p:cNvCxnSpPr/>
          <p:nvPr/>
        </p:nvCxnSpPr>
        <p:spPr>
          <a:xfrm flipV="1">
            <a:off x="10269449" y="2928238"/>
            <a:ext cx="15276" cy="3188"/>
          </a:xfrm>
          <a:prstGeom prst="line">
            <a:avLst/>
          </a:prstGeom>
          <a:ln w="63500">
            <a:solidFill>
              <a:srgbClr val="51D5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2" name="Connector 271"/>
          <p:cNvCxnSpPr/>
          <p:nvPr/>
        </p:nvCxnSpPr>
        <p:spPr>
          <a:xfrm flipV="1">
            <a:off x="10284725" y="2925199"/>
            <a:ext cx="15307" cy="3039"/>
          </a:xfrm>
          <a:prstGeom prst="line">
            <a:avLst/>
          </a:prstGeom>
          <a:ln w="63500">
            <a:solidFill>
              <a:srgbClr val="51D5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3" name="Connector 272"/>
          <p:cNvCxnSpPr/>
          <p:nvPr/>
        </p:nvCxnSpPr>
        <p:spPr>
          <a:xfrm flipV="1">
            <a:off x="10300032" y="2922306"/>
            <a:ext cx="15336" cy="2893"/>
          </a:xfrm>
          <a:prstGeom prst="line">
            <a:avLst/>
          </a:prstGeom>
          <a:ln w="63500">
            <a:solidFill>
              <a:srgbClr val="51D5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4" name="Connector 273"/>
          <p:cNvCxnSpPr/>
          <p:nvPr/>
        </p:nvCxnSpPr>
        <p:spPr>
          <a:xfrm flipV="1">
            <a:off x="10315368" y="2919556"/>
            <a:ext cx="15361" cy="2750"/>
          </a:xfrm>
          <a:prstGeom prst="line">
            <a:avLst/>
          </a:prstGeom>
          <a:ln w="63500">
            <a:solidFill>
              <a:srgbClr val="51D5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5" name="Connector 274"/>
          <p:cNvCxnSpPr/>
          <p:nvPr/>
        </p:nvCxnSpPr>
        <p:spPr>
          <a:xfrm flipV="1">
            <a:off x="10330729" y="2916947"/>
            <a:ext cx="15386" cy="2609"/>
          </a:xfrm>
          <a:prstGeom prst="line">
            <a:avLst/>
          </a:prstGeom>
          <a:ln w="63500">
            <a:solidFill>
              <a:srgbClr val="51D5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6" name="Connector 275"/>
          <p:cNvCxnSpPr/>
          <p:nvPr/>
        </p:nvCxnSpPr>
        <p:spPr>
          <a:xfrm flipV="1">
            <a:off x="10346115" y="2914475"/>
            <a:ext cx="15409" cy="2472"/>
          </a:xfrm>
          <a:prstGeom prst="line">
            <a:avLst/>
          </a:prstGeom>
          <a:ln w="63500">
            <a:solidFill>
              <a:srgbClr val="51D5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7" name="Connector 276"/>
          <p:cNvCxnSpPr/>
          <p:nvPr/>
        </p:nvCxnSpPr>
        <p:spPr>
          <a:xfrm flipV="1">
            <a:off x="10361524" y="2912137"/>
            <a:ext cx="15429" cy="2338"/>
          </a:xfrm>
          <a:prstGeom prst="line">
            <a:avLst/>
          </a:prstGeom>
          <a:ln w="63500">
            <a:solidFill>
              <a:srgbClr val="51D5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8" name="Connector 277"/>
          <p:cNvCxnSpPr/>
          <p:nvPr/>
        </p:nvCxnSpPr>
        <p:spPr>
          <a:xfrm flipV="1">
            <a:off x="10376953" y="2909930"/>
            <a:ext cx="15449" cy="2207"/>
          </a:xfrm>
          <a:prstGeom prst="line">
            <a:avLst/>
          </a:prstGeom>
          <a:ln w="63500">
            <a:solidFill>
              <a:srgbClr val="51D5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9" name="Connector 278"/>
          <p:cNvCxnSpPr/>
          <p:nvPr/>
        </p:nvCxnSpPr>
        <p:spPr>
          <a:xfrm flipV="1">
            <a:off x="10392402" y="2907852"/>
            <a:ext cx="15467" cy="2078"/>
          </a:xfrm>
          <a:prstGeom prst="line">
            <a:avLst/>
          </a:prstGeom>
          <a:ln w="63500">
            <a:solidFill>
              <a:srgbClr val="51D5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0" name="Connector 279"/>
          <p:cNvCxnSpPr/>
          <p:nvPr/>
        </p:nvCxnSpPr>
        <p:spPr>
          <a:xfrm flipV="1">
            <a:off x="10407869" y="2905898"/>
            <a:ext cx="15483" cy="1954"/>
          </a:xfrm>
          <a:prstGeom prst="line">
            <a:avLst/>
          </a:prstGeom>
          <a:ln w="63500">
            <a:solidFill>
              <a:srgbClr val="51D5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1" name="Connector 280"/>
          <p:cNvCxnSpPr/>
          <p:nvPr/>
        </p:nvCxnSpPr>
        <p:spPr>
          <a:xfrm flipV="1">
            <a:off x="10423352" y="2904065"/>
            <a:ext cx="15498" cy="1833"/>
          </a:xfrm>
          <a:prstGeom prst="line">
            <a:avLst/>
          </a:prstGeom>
          <a:ln w="63500">
            <a:solidFill>
              <a:srgbClr val="51D5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2" name="Connector 281"/>
          <p:cNvCxnSpPr/>
          <p:nvPr/>
        </p:nvCxnSpPr>
        <p:spPr>
          <a:xfrm flipV="1">
            <a:off x="10438850" y="2902351"/>
            <a:ext cx="15511" cy="1714"/>
          </a:xfrm>
          <a:prstGeom prst="line">
            <a:avLst/>
          </a:prstGeom>
          <a:ln w="63500">
            <a:solidFill>
              <a:srgbClr val="51D5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3" name="Connector 282"/>
          <p:cNvCxnSpPr/>
          <p:nvPr/>
        </p:nvCxnSpPr>
        <p:spPr>
          <a:xfrm flipV="1">
            <a:off x="10454361" y="2900751"/>
            <a:ext cx="15524" cy="1600"/>
          </a:xfrm>
          <a:prstGeom prst="line">
            <a:avLst/>
          </a:prstGeom>
          <a:ln w="63500">
            <a:solidFill>
              <a:srgbClr val="51D5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4" name="Connector 283"/>
          <p:cNvCxnSpPr/>
          <p:nvPr/>
        </p:nvCxnSpPr>
        <p:spPr>
          <a:xfrm flipV="1">
            <a:off x="10469885" y="2899262"/>
            <a:ext cx="15534" cy="1489"/>
          </a:xfrm>
          <a:prstGeom prst="line">
            <a:avLst/>
          </a:prstGeom>
          <a:ln w="63500">
            <a:solidFill>
              <a:srgbClr val="51D5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5" name="Connector 284"/>
          <p:cNvCxnSpPr/>
          <p:nvPr/>
        </p:nvCxnSpPr>
        <p:spPr>
          <a:xfrm flipV="1">
            <a:off x="10485419" y="2897880"/>
            <a:ext cx="15545" cy="1382"/>
          </a:xfrm>
          <a:prstGeom prst="line">
            <a:avLst/>
          </a:prstGeom>
          <a:ln w="63500">
            <a:solidFill>
              <a:srgbClr val="51D5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6" name="Connector 285"/>
          <p:cNvCxnSpPr/>
          <p:nvPr/>
        </p:nvCxnSpPr>
        <p:spPr>
          <a:xfrm flipV="1">
            <a:off x="10500964" y="2896602"/>
            <a:ext cx="15553" cy="1278"/>
          </a:xfrm>
          <a:prstGeom prst="line">
            <a:avLst/>
          </a:prstGeom>
          <a:ln w="63500">
            <a:solidFill>
              <a:srgbClr val="51D5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7" name="Connector 286"/>
          <p:cNvCxnSpPr/>
          <p:nvPr/>
        </p:nvCxnSpPr>
        <p:spPr>
          <a:xfrm flipV="1">
            <a:off x="10516517" y="2895424"/>
            <a:ext cx="15561" cy="1178"/>
          </a:xfrm>
          <a:prstGeom prst="line">
            <a:avLst/>
          </a:prstGeom>
          <a:ln w="63500">
            <a:solidFill>
              <a:srgbClr val="51D5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8" name="Connector 287"/>
          <p:cNvCxnSpPr/>
          <p:nvPr/>
        </p:nvCxnSpPr>
        <p:spPr>
          <a:xfrm flipV="1">
            <a:off x="10532078" y="2894342"/>
            <a:ext cx="15569" cy="1082"/>
          </a:xfrm>
          <a:prstGeom prst="line">
            <a:avLst/>
          </a:prstGeom>
          <a:ln w="63500">
            <a:solidFill>
              <a:srgbClr val="51D5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9" name="Connector 288"/>
          <p:cNvCxnSpPr/>
          <p:nvPr/>
        </p:nvCxnSpPr>
        <p:spPr>
          <a:xfrm flipV="1">
            <a:off x="10547647" y="2893352"/>
            <a:ext cx="15574" cy="990"/>
          </a:xfrm>
          <a:prstGeom prst="line">
            <a:avLst/>
          </a:prstGeom>
          <a:ln w="63500">
            <a:solidFill>
              <a:srgbClr val="51D5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0" name="Connector 289"/>
          <p:cNvCxnSpPr/>
          <p:nvPr/>
        </p:nvCxnSpPr>
        <p:spPr>
          <a:xfrm flipV="1">
            <a:off x="10563221" y="2892451"/>
            <a:ext cx="15580" cy="901"/>
          </a:xfrm>
          <a:prstGeom prst="line">
            <a:avLst/>
          </a:prstGeom>
          <a:ln w="63500">
            <a:solidFill>
              <a:srgbClr val="51D5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1" name="Connector 290"/>
          <p:cNvCxnSpPr/>
          <p:nvPr/>
        </p:nvCxnSpPr>
        <p:spPr>
          <a:xfrm flipV="1">
            <a:off x="10578801" y="2891634"/>
            <a:ext cx="15584" cy="817"/>
          </a:xfrm>
          <a:prstGeom prst="line">
            <a:avLst/>
          </a:prstGeom>
          <a:ln w="63500">
            <a:solidFill>
              <a:srgbClr val="51D5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2" name="Connector 291"/>
          <p:cNvCxnSpPr/>
          <p:nvPr/>
        </p:nvCxnSpPr>
        <p:spPr>
          <a:xfrm flipV="1">
            <a:off x="10594385" y="2890898"/>
            <a:ext cx="15588" cy="736"/>
          </a:xfrm>
          <a:prstGeom prst="line">
            <a:avLst/>
          </a:prstGeom>
          <a:ln w="63500">
            <a:solidFill>
              <a:srgbClr val="51D5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3" name="Connector 292"/>
          <p:cNvCxnSpPr/>
          <p:nvPr/>
        </p:nvCxnSpPr>
        <p:spPr>
          <a:xfrm flipV="1">
            <a:off x="10609973" y="2890238"/>
            <a:ext cx="15592" cy="660"/>
          </a:xfrm>
          <a:prstGeom prst="line">
            <a:avLst/>
          </a:prstGeom>
          <a:ln w="63500">
            <a:solidFill>
              <a:srgbClr val="51D5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4" name="Connector 293"/>
          <p:cNvCxnSpPr/>
          <p:nvPr/>
        </p:nvCxnSpPr>
        <p:spPr>
          <a:xfrm flipV="1">
            <a:off x="10625565" y="2889651"/>
            <a:ext cx="15595" cy="587"/>
          </a:xfrm>
          <a:prstGeom prst="line">
            <a:avLst/>
          </a:prstGeom>
          <a:ln w="63500">
            <a:solidFill>
              <a:srgbClr val="51D5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5" name="Connector 294"/>
          <p:cNvCxnSpPr/>
          <p:nvPr/>
        </p:nvCxnSpPr>
        <p:spPr>
          <a:xfrm flipV="1">
            <a:off x="10641160" y="2889132"/>
            <a:ext cx="15597" cy="519"/>
          </a:xfrm>
          <a:prstGeom prst="line">
            <a:avLst/>
          </a:prstGeom>
          <a:ln w="63500">
            <a:solidFill>
              <a:srgbClr val="51D5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6" name="Connector 295"/>
          <p:cNvCxnSpPr/>
          <p:nvPr/>
        </p:nvCxnSpPr>
        <p:spPr>
          <a:xfrm flipV="1">
            <a:off x="10656757" y="2888678"/>
            <a:ext cx="15599" cy="454"/>
          </a:xfrm>
          <a:prstGeom prst="line">
            <a:avLst/>
          </a:prstGeom>
          <a:ln w="63500">
            <a:solidFill>
              <a:srgbClr val="51D5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7" name="Connector 296"/>
          <p:cNvCxnSpPr/>
          <p:nvPr/>
        </p:nvCxnSpPr>
        <p:spPr>
          <a:xfrm flipV="1">
            <a:off x="10672356" y="2888283"/>
            <a:ext cx="15601" cy="395"/>
          </a:xfrm>
          <a:prstGeom prst="line">
            <a:avLst/>
          </a:prstGeom>
          <a:ln w="63500">
            <a:solidFill>
              <a:srgbClr val="51D5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8" name="Connector 297"/>
          <p:cNvCxnSpPr/>
          <p:nvPr/>
        </p:nvCxnSpPr>
        <p:spPr>
          <a:xfrm flipV="1">
            <a:off x="10687957" y="2887945"/>
            <a:ext cx="15602" cy="338"/>
          </a:xfrm>
          <a:prstGeom prst="line">
            <a:avLst/>
          </a:prstGeom>
          <a:ln w="63500">
            <a:solidFill>
              <a:srgbClr val="51D5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9" name="Connector 298"/>
          <p:cNvCxnSpPr/>
          <p:nvPr/>
        </p:nvCxnSpPr>
        <p:spPr>
          <a:xfrm flipV="1">
            <a:off x="10703559" y="2887658"/>
            <a:ext cx="15603" cy="287"/>
          </a:xfrm>
          <a:prstGeom prst="line">
            <a:avLst/>
          </a:prstGeom>
          <a:ln w="63500">
            <a:solidFill>
              <a:srgbClr val="51D5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" name="Connector 299"/>
          <p:cNvCxnSpPr/>
          <p:nvPr/>
        </p:nvCxnSpPr>
        <p:spPr>
          <a:xfrm flipV="1">
            <a:off x="10719162" y="2887419"/>
            <a:ext cx="15604" cy="239"/>
          </a:xfrm>
          <a:prstGeom prst="line">
            <a:avLst/>
          </a:prstGeom>
          <a:ln w="63500">
            <a:solidFill>
              <a:srgbClr val="51D5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1" name="Connector 300"/>
          <p:cNvCxnSpPr/>
          <p:nvPr/>
        </p:nvCxnSpPr>
        <p:spPr>
          <a:xfrm flipV="1">
            <a:off x="10734766" y="2887223"/>
            <a:ext cx="15605" cy="196"/>
          </a:xfrm>
          <a:prstGeom prst="line">
            <a:avLst/>
          </a:prstGeom>
          <a:ln w="63500">
            <a:solidFill>
              <a:srgbClr val="51D5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2" name="Connector 301"/>
          <p:cNvCxnSpPr/>
          <p:nvPr/>
        </p:nvCxnSpPr>
        <p:spPr>
          <a:xfrm flipV="1">
            <a:off x="10750371" y="2887066"/>
            <a:ext cx="15605" cy="157"/>
          </a:xfrm>
          <a:prstGeom prst="line">
            <a:avLst/>
          </a:prstGeom>
          <a:ln w="63500">
            <a:solidFill>
              <a:srgbClr val="51D5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3" name="Connector 302"/>
          <p:cNvCxnSpPr/>
          <p:nvPr/>
        </p:nvCxnSpPr>
        <p:spPr>
          <a:xfrm flipV="1">
            <a:off x="10765976" y="2886944"/>
            <a:ext cx="15605" cy="122"/>
          </a:xfrm>
          <a:prstGeom prst="line">
            <a:avLst/>
          </a:prstGeom>
          <a:ln w="63500">
            <a:solidFill>
              <a:srgbClr val="51D5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4" name="Connector 303"/>
          <p:cNvCxnSpPr/>
          <p:nvPr/>
        </p:nvCxnSpPr>
        <p:spPr>
          <a:xfrm flipV="1">
            <a:off x="10781581" y="2886852"/>
            <a:ext cx="15605" cy="92"/>
          </a:xfrm>
          <a:prstGeom prst="line">
            <a:avLst/>
          </a:prstGeom>
          <a:ln w="63500">
            <a:solidFill>
              <a:srgbClr val="51D5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5" name="Connector 304"/>
          <p:cNvCxnSpPr/>
          <p:nvPr/>
        </p:nvCxnSpPr>
        <p:spPr>
          <a:xfrm flipV="1">
            <a:off x="10797186" y="2886786"/>
            <a:ext cx="15606" cy="66"/>
          </a:xfrm>
          <a:prstGeom prst="line">
            <a:avLst/>
          </a:prstGeom>
          <a:ln w="63500">
            <a:solidFill>
              <a:srgbClr val="51D5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6" name="Connector 305"/>
          <p:cNvCxnSpPr/>
          <p:nvPr/>
        </p:nvCxnSpPr>
        <p:spPr>
          <a:xfrm flipV="1">
            <a:off x="10812792" y="2886742"/>
            <a:ext cx="15606" cy="44"/>
          </a:xfrm>
          <a:prstGeom prst="line">
            <a:avLst/>
          </a:prstGeom>
          <a:ln w="63500">
            <a:solidFill>
              <a:srgbClr val="51D5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7" name="Connector 306"/>
          <p:cNvCxnSpPr/>
          <p:nvPr/>
        </p:nvCxnSpPr>
        <p:spPr>
          <a:xfrm flipV="1">
            <a:off x="10828398" y="2886715"/>
            <a:ext cx="15605" cy="27"/>
          </a:xfrm>
          <a:prstGeom prst="line">
            <a:avLst/>
          </a:prstGeom>
          <a:ln w="63500">
            <a:solidFill>
              <a:srgbClr val="51D5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8" name="Connector 307"/>
          <p:cNvCxnSpPr/>
          <p:nvPr/>
        </p:nvCxnSpPr>
        <p:spPr>
          <a:xfrm flipV="1">
            <a:off x="10844003" y="2886701"/>
            <a:ext cx="15606" cy="14"/>
          </a:xfrm>
          <a:prstGeom prst="line">
            <a:avLst/>
          </a:prstGeom>
          <a:ln w="63500">
            <a:solidFill>
              <a:srgbClr val="51D5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9" name="Connector 308"/>
          <p:cNvCxnSpPr/>
          <p:nvPr/>
        </p:nvCxnSpPr>
        <p:spPr>
          <a:xfrm flipV="1">
            <a:off x="10859609" y="2886696"/>
            <a:ext cx="15606" cy="5"/>
          </a:xfrm>
          <a:prstGeom prst="line">
            <a:avLst/>
          </a:prstGeom>
          <a:ln w="63500">
            <a:solidFill>
              <a:srgbClr val="51D5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0" name="Connector 309"/>
          <p:cNvCxnSpPr/>
          <p:nvPr/>
        </p:nvCxnSpPr>
        <p:spPr>
          <a:xfrm>
            <a:off x="10875215" y="2886696"/>
            <a:ext cx="15606" cy="0"/>
          </a:xfrm>
          <a:prstGeom prst="line">
            <a:avLst/>
          </a:prstGeom>
          <a:ln w="63500">
            <a:solidFill>
              <a:srgbClr val="51D5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1" name="Connector 310"/>
          <p:cNvCxnSpPr/>
          <p:nvPr/>
        </p:nvCxnSpPr>
        <p:spPr>
          <a:xfrm flipV="1">
            <a:off x="10781581" y="2886696"/>
            <a:ext cx="109240" cy="248"/>
          </a:xfrm>
          <a:prstGeom prst="line">
            <a:avLst/>
          </a:prstGeom>
          <a:ln w="63500">
            <a:solidFill>
              <a:srgbClr val="51D5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2" name="Connector 311"/>
          <p:cNvCxnSpPr/>
          <p:nvPr/>
        </p:nvCxnSpPr>
        <p:spPr>
          <a:xfrm flipH="1">
            <a:off x="10745001" y="2886696"/>
            <a:ext cx="145820" cy="76336"/>
          </a:xfrm>
          <a:prstGeom prst="line">
            <a:avLst/>
          </a:prstGeom>
          <a:ln w="63500">
            <a:solidFill>
              <a:srgbClr val="51D5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3" name="Connector 312"/>
          <p:cNvCxnSpPr/>
          <p:nvPr/>
        </p:nvCxnSpPr>
        <p:spPr>
          <a:xfrm flipH="1" flipV="1">
            <a:off x="10744657" y="2811022"/>
            <a:ext cx="146164" cy="75674"/>
          </a:xfrm>
          <a:prstGeom prst="line">
            <a:avLst/>
          </a:prstGeom>
          <a:ln w="63500">
            <a:solidFill>
              <a:srgbClr val="51D5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4" name="Oval 313"/>
          <p:cNvSpPr/>
          <p:nvPr/>
        </p:nvSpPr>
        <p:spPr>
          <a:xfrm>
            <a:off x="7443215" y="5340096"/>
            <a:ext cx="109728" cy="109728"/>
          </a:xfrm>
          <a:prstGeom prst="ellipse">
            <a:avLst/>
          </a:prstGeom>
          <a:solidFill>
            <a:srgbClr val="FFBE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5" name="TextBox 314"/>
          <p:cNvSpPr txBox="1"/>
          <p:nvPr/>
        </p:nvSpPr>
        <p:spPr>
          <a:xfrm>
            <a:off x="7498079" y="5806440"/>
            <a:ext cx="3931920" cy="248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B4C4D5"/>
                </a:solidFill>
                <a:latin typeface="Arial"/>
              </a:defRPr>
            </a:pPr>
            <a:r>
              <a:t>Ideal S reference - not test data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101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11480" y="384048"/>
            <a:ext cx="109728" cy="219456"/>
          </a:xfrm>
          <a:prstGeom prst="rect">
            <a:avLst/>
          </a:prstGeom>
          <a:solidFill>
            <a:srgbClr val="51D5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56616"/>
            <a:ext cx="10058400" cy="2324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3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51D5BF"/>
                </a:solidFill>
                <a:latin typeface="Arial"/>
              </a:defRPr>
            </a:pPr>
            <a:r>
              <a:t>01 / PATTERN 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850392"/>
            <a:ext cx="10972800" cy="5791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4160"/>
              </a:lnSpc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F4F7FA"/>
                </a:solidFill>
                <a:latin typeface="Arial"/>
              </a:defRPr>
            </a:pPr>
            <a:r>
              <a:t>Choose the question before the pattern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1499616"/>
            <a:ext cx="10972800" cy="3149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080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B4C4D5"/>
                </a:solidFill>
                <a:latin typeface="Arial"/>
              </a:defRPr>
            </a:pPr>
            <a:r>
              <a:t>All commands execute inside the existing motor_control_node.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473952"/>
            <a:ext cx="9144000" cy="2159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B4C4D5"/>
                </a:solidFill>
                <a:latin typeface="Arial"/>
              </a:defRPr>
            </a:pPr>
            <a:r>
              <a:t>motor_control_g4dual  /  TEST PATTERNS v3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46520"/>
            <a:ext cx="594360" cy="2654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690"/>
              </a:lnSpc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51D5BF"/>
                </a:solidFill>
                <a:latin typeface="Arial"/>
              </a:defRPr>
            </a:pPr>
            <a:r>
              <a:t>02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" y="2148840"/>
            <a:ext cx="10972800" cy="557784"/>
          </a:xfrm>
          <a:prstGeom prst="rect">
            <a:avLst/>
          </a:prstGeom>
          <a:solidFill>
            <a:srgbClr val="192C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2286000"/>
            <a:ext cx="1828800" cy="36449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470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51D5BF"/>
                </a:solidFill>
                <a:latin typeface="Courier New"/>
              </a:defRPr>
            </a:pPr>
            <a:r>
              <a:t>straight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0" y="2286000"/>
            <a:ext cx="3200400" cy="33147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210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F4F7FA"/>
                </a:solidFill>
                <a:latin typeface="Arial"/>
              </a:defRPr>
            </a:pPr>
            <a:r>
              <a:t>Forward + reverse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72200" y="2286000"/>
            <a:ext cx="5029200" cy="33147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210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B4C4D5"/>
                </a:solidFill>
                <a:latin typeface="Arial"/>
              </a:defRPr>
            </a:pPr>
            <a:r>
              <a:t>Wheel balance; reverse response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4360" y="2807208"/>
            <a:ext cx="10972800" cy="557784"/>
          </a:xfrm>
          <a:prstGeom prst="rect">
            <a:avLst/>
          </a:prstGeom>
          <a:solidFill>
            <a:srgbClr val="192C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2944368"/>
            <a:ext cx="1828800" cy="36449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470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51D5BF"/>
                </a:solidFill>
                <a:latin typeface="Courier New"/>
              </a:defRPr>
            </a:pPr>
            <a:r>
              <a:t>rotate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43200" y="2944368"/>
            <a:ext cx="3200400" cy="33147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210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F4F7FA"/>
                </a:solidFill>
                <a:latin typeface="Arial"/>
              </a:defRPr>
            </a:pPr>
            <a:r>
              <a:t>Left + right in place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72200" y="2944368"/>
            <a:ext cx="5029200" cy="33147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210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B4C4D5"/>
                </a:solidFill>
                <a:latin typeface="Arial"/>
              </a:defRPr>
            </a:pPr>
            <a:r>
              <a:t>Turn symmetry; angle repeatability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94360" y="3465576"/>
            <a:ext cx="10972800" cy="557784"/>
          </a:xfrm>
          <a:prstGeom prst="rect">
            <a:avLst/>
          </a:prstGeom>
          <a:solidFill>
            <a:srgbClr val="192C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3602736"/>
            <a:ext cx="1828800" cy="36449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470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51D5BF"/>
                </a:solidFill>
                <a:latin typeface="Courier New"/>
              </a:defRPr>
            </a:pPr>
            <a:r>
              <a:t>circle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43200" y="3602736"/>
            <a:ext cx="3200400" cy="33147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210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F4F7FA"/>
                </a:solidFill>
                <a:latin typeface="Arial"/>
              </a:defRPr>
            </a:pPr>
            <a:r>
              <a:t>Constant-radius lap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72200" y="3602736"/>
            <a:ext cx="5029200" cy="33147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210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B4C4D5"/>
                </a:solidFill>
                <a:latin typeface="Arial"/>
              </a:defRPr>
            </a:pPr>
            <a:r>
              <a:t>Wheel-speed ratio; radial drift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94360" y="4123944"/>
            <a:ext cx="10972800" cy="557784"/>
          </a:xfrm>
          <a:prstGeom prst="rect">
            <a:avLst/>
          </a:prstGeom>
          <a:solidFill>
            <a:srgbClr val="192C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" y="4261104"/>
            <a:ext cx="1828800" cy="36449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470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51D5BF"/>
                </a:solidFill>
                <a:latin typeface="Courier New"/>
              </a:defRPr>
            </a:pPr>
            <a:r>
              <a:t>square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43200" y="4261104"/>
            <a:ext cx="3200400" cy="33147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210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F4F7FA"/>
                </a:solidFill>
                <a:latin typeface="Arial"/>
              </a:defRPr>
            </a:pPr>
            <a:r>
              <a:t>4 lines + 4 stopped turns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72200" y="4261104"/>
            <a:ext cx="5029200" cy="33147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210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B4C4D5"/>
                </a:solidFill>
                <a:latin typeface="Arial"/>
              </a:defRPr>
            </a:pPr>
            <a:r>
              <a:t>Distance/angle error accumulation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94360" y="4782312"/>
            <a:ext cx="10972800" cy="557784"/>
          </a:xfrm>
          <a:prstGeom prst="rect">
            <a:avLst/>
          </a:prstGeom>
          <a:solidFill>
            <a:srgbClr val="192C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2960" y="4919472"/>
            <a:ext cx="1828800" cy="36449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470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51D5BF"/>
                </a:solidFill>
                <a:latin typeface="Courier New"/>
              </a:defRPr>
            </a:pPr>
            <a:r>
              <a:t>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743200" y="4919472"/>
            <a:ext cx="3200400" cy="33147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210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F4F7FA"/>
                </a:solidFill>
                <a:latin typeface="Arial"/>
              </a:defRPr>
            </a:pPr>
            <a:r>
              <a:t>Smooth left/right bend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172200" y="4919472"/>
            <a:ext cx="5029200" cy="33147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210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B4C4D5"/>
                </a:solidFill>
                <a:latin typeface="Arial"/>
              </a:defRPr>
            </a:pPr>
            <a:r>
              <a:t>Transition response; path correction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8368" y="5742432"/>
            <a:ext cx="10972800" cy="3149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080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FFBE75"/>
                </a:solidFill>
                <a:latin typeface="Arial"/>
              </a:defRPr>
            </a:pPr>
            <a:r>
              <a:t>Default repetitions: 3 pairs for straight/rotate; 3 complete shapes for circle/square/S.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101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11480" y="384048"/>
            <a:ext cx="109728" cy="219456"/>
          </a:xfrm>
          <a:prstGeom prst="rect">
            <a:avLst/>
          </a:prstGeom>
          <a:solidFill>
            <a:srgbClr val="51D5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56616"/>
            <a:ext cx="10058400" cy="2324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3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51D5BF"/>
                </a:solidFill>
                <a:latin typeface="Arial"/>
              </a:defRPr>
            </a:pPr>
            <a:r>
              <a:t>02 / OPERATING SEQUENCE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850392"/>
            <a:ext cx="10972800" cy="5791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4160"/>
              </a:lnSpc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F4F7FA"/>
                </a:solidFill>
                <a:latin typeface="Arial"/>
              </a:defRPr>
            </a:pPr>
            <a:r>
              <a:t>Start a test from standstill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1499616"/>
            <a:ext cx="10972800" cy="3149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080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B4C4D5"/>
                </a:solidFill>
                <a:latin typeface="Arial"/>
              </a:defRPr>
            </a:pPr>
            <a:r>
              <a:t>Build/install the updated node and deploy the updated AICamera helper on the robot.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473952"/>
            <a:ext cx="9144000" cy="2159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B4C4D5"/>
                </a:solidFill>
                <a:latin typeface="Arial"/>
              </a:defRPr>
            </a:pPr>
            <a:r>
              <a:t>motor_control_g4dual  /  TEST PATTERNS v3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46520"/>
            <a:ext cx="594360" cy="2654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690"/>
              </a:lnSpc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51D5BF"/>
                </a:solidFill>
                <a:latin typeface="Arial"/>
              </a:defRPr>
            </a:pPr>
            <a:r>
              <a:t>03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" y="2029968"/>
            <a:ext cx="6583680" cy="1901952"/>
          </a:xfrm>
          <a:prstGeom prst="rect">
            <a:avLst/>
          </a:prstGeom>
          <a:solidFill>
            <a:srgbClr val="192C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2221992"/>
            <a:ext cx="6126480" cy="74421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2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51D5BF"/>
                </a:solidFill>
                <a:latin typeface="Courier New"/>
              </a:defRPr>
            </a:pPr>
            <a:r>
              <a:t>ros2 run motor_control_g4dual motor_control_node \</a:t>
            </a:r>
          </a:p>
          <a:p>
            <a:pPr>
              <a:lnSpc>
                <a:spcPts val="182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51D5BF"/>
                </a:solidFill>
                <a:latin typeface="Courier New"/>
              </a:defRPr>
            </a:pPr>
            <a:r>
              <a:t>  --ros-args --params-file /path/to/motor_control.yaml \</a:t>
            </a:r>
          </a:p>
          <a:p>
            <a:pPr>
              <a:lnSpc>
                <a:spcPts val="182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51D5BF"/>
                </a:solidFill>
                <a:latin typeface="Courier New"/>
              </a:defRPr>
            </a:pPr>
            <a:r>
              <a:t>  -p enable_can:=true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319272"/>
            <a:ext cx="6126480" cy="2819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2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B4C4D5"/>
                </a:solidFill>
                <a:latin typeface="Arial"/>
              </a:defRPr>
            </a:pPr>
            <a:r>
              <a:t>One shell command; replace the parameter-file path.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4206240"/>
            <a:ext cx="6492240" cy="13055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470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F4F7FA"/>
                </a:solidFill>
                <a:latin typeface="Arial"/>
              </a:defRPr>
            </a:pPr>
            <a:r>
              <a:t>1  Stop periodic cmd_vel publishers.</a:t>
            </a:r>
          </a:p>
          <a:p>
            <a:pPr>
              <a:lnSpc>
                <a:spcPts val="2470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F4F7FA"/>
                </a:solidFill>
                <a:latin typeface="Arial"/>
              </a:defRPr>
            </a:pPr>
            <a:r>
              <a:t>2  aic mc en   -&gt;   aic mc e diag</a:t>
            </a:r>
          </a:p>
          <a:p>
            <a:pPr>
              <a:lnSpc>
                <a:spcPts val="2470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F4F7FA"/>
                </a:solidFill>
                <a:latin typeface="Arial"/>
              </a:defRPr>
            </a:pPr>
            <a:r>
              <a:t>3  Wait for fresh feedback + standstill.</a:t>
            </a:r>
          </a:p>
          <a:p>
            <a:pPr>
              <a:lnSpc>
                <a:spcPts val="2470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F4F7FA"/>
                </a:solidFill>
                <a:latin typeface="Arial"/>
              </a:defRPr>
            </a:pPr>
            <a:r>
              <a:t>4  aic mc tp straight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98079" y="2103120"/>
            <a:ext cx="4023360" cy="3479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4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4F7FA"/>
                </a:solidFill>
                <a:latin typeface="Arial"/>
              </a:defRPr>
            </a:pPr>
            <a:r>
              <a:t>Monitor in another terminal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98079" y="2432303"/>
            <a:ext cx="4023360" cy="2984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950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B4C4D5"/>
                </a:solidFill>
                <a:latin typeface="Arial"/>
              </a:defRPr>
            </a:pPr>
            <a:r>
              <a:t>aic mc tp status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98079" y="2944368"/>
            <a:ext cx="4023360" cy="3479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4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4F7FA"/>
                </a:solidFill>
                <a:latin typeface="Arial"/>
              </a:defRPr>
            </a:pPr>
            <a:r>
              <a:t>Required before starting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98079" y="3273551"/>
            <a:ext cx="4023360" cy="2984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950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B4C4D5"/>
                </a:solidFill>
                <a:latin typeface="Arial"/>
              </a:defRPr>
            </a:pPr>
            <a:r>
              <a:t>CAN on; motors enabled; no fault latch.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98079" y="3785615"/>
            <a:ext cx="4023360" cy="3479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4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4F7FA"/>
                </a:solidFill>
                <a:latin typeface="Arial"/>
              </a:defRPr>
            </a:pPr>
            <a:r>
              <a:t>Previous command must expire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98079" y="4114800"/>
            <a:ext cx="4023360" cy="2984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950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B4C4D5"/>
                </a:solidFill>
                <a:latin typeface="Arial"/>
              </a:defRPr>
            </a:pPr>
            <a:r>
              <a:t>Default cmd_vel timeout: 500 ms.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98079" y="4754880"/>
            <a:ext cx="4023360" cy="10414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950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BE75"/>
                </a:solidFill>
                <a:latin typeface="Arial"/>
              </a:defRPr>
            </a:pPr>
            <a:r>
              <a:t>RPM resolution: 1.0 RPM/unit.</a:t>
            </a:r>
          </a:p>
          <a:p>
            <a:pPr>
              <a:lnSpc>
                <a:spcPts val="1950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BE75"/>
                </a:solidFill>
                <a:latin typeface="Arial"/>
              </a:defRPr>
            </a:pPr>
            <a:r>
              <a:t>Confirmed for this project.</a:t>
            </a:r>
          </a:p>
          <a:p>
            <a:pPr>
              <a:lnSpc>
                <a:spcPts val="1950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BE75"/>
                </a:solidFill>
                <a:latin typeface="Arial"/>
              </a:defRPr>
            </a:pPr>
            <a:r>
              <a:t>YAML, launch and CLI agree.</a:t>
            </a:r>
          </a:p>
          <a:p>
            <a:pPr>
              <a:lnSpc>
                <a:spcPts val="1950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BE75"/>
                </a:solidFill>
                <a:latin typeface="Arial"/>
              </a:defRPr>
            </a:pPr>
            <a:r>
              <a:t>Other projects are unchanged.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101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11480" y="384048"/>
            <a:ext cx="109728" cy="219456"/>
          </a:xfrm>
          <a:prstGeom prst="rect">
            <a:avLst/>
          </a:prstGeom>
          <a:solidFill>
            <a:srgbClr val="51D5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56616"/>
            <a:ext cx="10058400" cy="2324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3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51D5BF"/>
                </a:solidFill>
                <a:latin typeface="Arial"/>
              </a:defRPr>
            </a:pPr>
            <a:r>
              <a:t>03 / STRAIGHT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850392"/>
            <a:ext cx="10972800" cy="5791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4160"/>
              </a:lnSpc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F4F7FA"/>
                </a:solidFill>
                <a:latin typeface="Arial"/>
              </a:defRPr>
            </a:pPr>
            <a:r>
              <a:t>Straight: compare forward and reverse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1499616"/>
            <a:ext cx="10972800" cy="3149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080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B4C4D5"/>
                </a:solidFill>
                <a:latin typeface="Arial"/>
              </a:defRPr>
            </a:pPr>
            <a:r>
              <a:t>One repetition = forward 1 m, stop, reverse 1 m, stop.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473952"/>
            <a:ext cx="9144000" cy="2159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B4C4D5"/>
                </a:solidFill>
                <a:latin typeface="Arial"/>
              </a:defRPr>
            </a:pPr>
            <a:r>
              <a:t>motor_control_g4dual  /  TEST PATTERNS v3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46520"/>
            <a:ext cx="594360" cy="2654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690"/>
              </a:lnSpc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51D5BF"/>
                </a:solidFill>
                <a:latin typeface="Arial"/>
              </a:defRPr>
            </a:pPr>
            <a:r>
              <a:t>04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" y="1947672"/>
            <a:ext cx="10972800" cy="603504"/>
          </a:xfrm>
          <a:prstGeom prst="rect">
            <a:avLst/>
          </a:prstGeom>
          <a:solidFill>
            <a:srgbClr val="192C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2093976"/>
            <a:ext cx="10515600" cy="381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51D5BF"/>
                </a:solidFill>
                <a:latin typeface="Courier New"/>
              </a:defRPr>
            </a:pPr>
            <a:r>
              <a:t>aic mc tp straight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234440" y="3474720"/>
            <a:ext cx="4069080" cy="0"/>
          </a:xfrm>
          <a:prstGeom prst="line">
            <a:avLst/>
          </a:prstGeom>
          <a:ln w="38100">
            <a:solidFill>
              <a:srgbClr val="51D5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H="1">
            <a:off x="5157527" y="3474720"/>
            <a:ext cx="145993" cy="76005"/>
          </a:xfrm>
          <a:prstGeom prst="line">
            <a:avLst/>
          </a:prstGeom>
          <a:ln w="38100">
            <a:solidFill>
              <a:srgbClr val="51D5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H="1" flipV="1">
            <a:off x="5157527" y="3398714"/>
            <a:ext cx="145993" cy="76006"/>
          </a:xfrm>
          <a:prstGeom prst="line">
            <a:avLst/>
          </a:prstGeom>
          <a:ln w="38100">
            <a:solidFill>
              <a:srgbClr val="51D5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>
            <a:off x="1234440" y="4251960"/>
            <a:ext cx="4069080" cy="0"/>
          </a:xfrm>
          <a:prstGeom prst="line">
            <a:avLst/>
          </a:prstGeom>
          <a:ln w="38100">
            <a:solidFill>
              <a:srgbClr val="82B5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V="1">
            <a:off x="1234440" y="4175954"/>
            <a:ext cx="145992" cy="76006"/>
          </a:xfrm>
          <a:prstGeom prst="line">
            <a:avLst/>
          </a:prstGeom>
          <a:ln w="38100">
            <a:solidFill>
              <a:srgbClr val="82B5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1234440" y="4251960"/>
            <a:ext cx="145992" cy="76005"/>
          </a:xfrm>
          <a:prstGeom prst="line">
            <a:avLst/>
          </a:prstGeom>
          <a:ln w="38100">
            <a:solidFill>
              <a:srgbClr val="82B5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Oval 16"/>
          <p:cNvSpPr/>
          <p:nvPr/>
        </p:nvSpPr>
        <p:spPr>
          <a:xfrm>
            <a:off x="1179576" y="3419856"/>
            <a:ext cx="109728" cy="109728"/>
          </a:xfrm>
          <a:prstGeom prst="ellipse">
            <a:avLst/>
          </a:prstGeom>
          <a:solidFill>
            <a:srgbClr val="FFBE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5248656" y="3419856"/>
            <a:ext cx="109728" cy="109728"/>
          </a:xfrm>
          <a:prstGeom prst="ellipse">
            <a:avLst/>
          </a:prstGeom>
          <a:solidFill>
            <a:srgbClr val="FFBE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179576" y="4197096"/>
            <a:ext cx="109728" cy="109728"/>
          </a:xfrm>
          <a:prstGeom prst="ellipse">
            <a:avLst/>
          </a:prstGeom>
          <a:solidFill>
            <a:srgbClr val="FFBE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331720" y="2999232"/>
            <a:ext cx="5303520" cy="2819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2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51D5BF"/>
                </a:solidFill>
                <a:latin typeface="Arial"/>
              </a:defRPr>
            </a:pPr>
            <a:r>
              <a:t>FORWARD  1 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331720" y="4617720"/>
            <a:ext cx="5303520" cy="2819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2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82B5FF"/>
                </a:solidFill>
                <a:latin typeface="Arial"/>
              </a:defRPr>
            </a:pPr>
            <a:r>
              <a:t>REVERSE  1 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88720" y="5349240"/>
            <a:ext cx="4846320" cy="447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B4C4D5"/>
                </a:solidFill>
                <a:latin typeface="Arial"/>
              </a:defRPr>
            </a:pPr>
            <a:r>
              <a:t>Same physical line; paths offset here for clarity.</a:t>
            </a:r>
          </a:p>
          <a:p>
            <a:pPr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B4C4D5"/>
                </a:solidFill>
                <a:latin typeface="Arial"/>
              </a:defRPr>
            </a:pPr>
            <a:r>
              <a:t>Amber dots indicate a standstill check.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46520" y="2880360"/>
            <a:ext cx="5120640" cy="36449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470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4F7FA"/>
                </a:solidFill>
                <a:latin typeface="Arial"/>
              </a:defRPr>
            </a:pPr>
            <a:r>
              <a:t>What it tells you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46520" y="3209544"/>
            <a:ext cx="5120640" cy="3149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080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B4C4D5"/>
                </a:solidFill>
                <a:latin typeface="Arial"/>
              </a:defRPr>
            </a:pPr>
            <a:r>
              <a:t>Left/right wheel balance and reverse response.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46520" y="3621024"/>
            <a:ext cx="5120640" cy="36449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470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4F7FA"/>
                </a:solidFill>
                <a:latin typeface="Arial"/>
              </a:defRPr>
            </a:pPr>
            <a:r>
              <a:t>Default motion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46520" y="3950208"/>
            <a:ext cx="5120640" cy="3149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080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B4C4D5"/>
                </a:solidFill>
                <a:latin typeface="Arial"/>
              </a:defRPr>
            </a:pPr>
            <a:r>
              <a:t>0.1 m/s; 3 forward/reverse pairs.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46520" y="4361688"/>
            <a:ext cx="5120640" cy="36449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470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4F7FA"/>
                </a:solidFill>
                <a:latin typeface="Arial"/>
              </a:defRPr>
            </a:pPr>
            <a:r>
              <a:t>How it finishes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46520" y="4690872"/>
            <a:ext cx="5120640" cy="3149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080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B4C4D5"/>
                </a:solidFill>
                <a:latin typeface="Arial"/>
              </a:defRPr>
            </a:pPr>
            <a:r>
              <a:t>Distance projected onto each segment heading.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46520" y="5102352"/>
            <a:ext cx="5120640" cy="36449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470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4F7FA"/>
                </a:solidFill>
                <a:latin typeface="Arial"/>
              </a:defRPr>
            </a:pPr>
            <a:r>
              <a:t>Interpretation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46520" y="5431536"/>
            <a:ext cx="5120640" cy="3149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080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B4C4D5"/>
                </a:solidFill>
                <a:latin typeface="Arial"/>
              </a:defRPr>
            </a:pPr>
            <a:r>
              <a:t>Return error is measured, not corrected.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101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11480" y="384048"/>
            <a:ext cx="109728" cy="219456"/>
          </a:xfrm>
          <a:prstGeom prst="rect">
            <a:avLst/>
          </a:prstGeom>
          <a:solidFill>
            <a:srgbClr val="51D5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56616"/>
            <a:ext cx="10058400" cy="2324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3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51D5BF"/>
                </a:solidFill>
                <a:latin typeface="Arial"/>
              </a:defRPr>
            </a:pPr>
            <a:r>
              <a:t>04 / ROTATE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850392"/>
            <a:ext cx="10972800" cy="5791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4160"/>
              </a:lnSpc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F4F7FA"/>
                </a:solidFill>
                <a:latin typeface="Arial"/>
              </a:defRPr>
            </a:pPr>
            <a:r>
              <a:t>Rotate: isolate turning behavior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1499616"/>
            <a:ext cx="10972800" cy="3149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080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B4C4D5"/>
                </a:solidFill>
                <a:latin typeface="Arial"/>
              </a:defRPr>
            </a:pPr>
            <a:r>
              <a:t>One repetition = left 90 degrees, stop, right 90 degrees, stop.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473952"/>
            <a:ext cx="9144000" cy="2159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B4C4D5"/>
                </a:solidFill>
                <a:latin typeface="Arial"/>
              </a:defRPr>
            </a:pPr>
            <a:r>
              <a:t>motor_control_g4dual  /  TEST PATTERNS v3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46520"/>
            <a:ext cx="594360" cy="2654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690"/>
              </a:lnSpc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51D5BF"/>
                </a:solidFill>
                <a:latin typeface="Arial"/>
              </a:defRPr>
            </a:pPr>
            <a:r>
              <a:t>05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" y="1947672"/>
            <a:ext cx="10972800" cy="603504"/>
          </a:xfrm>
          <a:prstGeom prst="rect">
            <a:avLst/>
          </a:prstGeom>
          <a:solidFill>
            <a:srgbClr val="192C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2093976"/>
            <a:ext cx="10515600" cy="381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51D5BF"/>
                </a:solidFill>
                <a:latin typeface="Courier New"/>
              </a:defRPr>
            </a:pPr>
            <a:r>
              <a:t>aic mc tp rotate</a:t>
            </a:r>
          </a:p>
        </p:txBody>
      </p:sp>
      <p:cxnSp>
        <p:nvCxnSpPr>
          <p:cNvPr id="11" name="Connector 10"/>
          <p:cNvCxnSpPr/>
          <p:nvPr/>
        </p:nvCxnSpPr>
        <p:spPr>
          <a:xfrm flipH="1" flipV="1">
            <a:off x="4343112" y="4226313"/>
            <a:ext cx="288" cy="25647"/>
          </a:xfrm>
          <a:prstGeom prst="line">
            <a:avLst/>
          </a:prstGeom>
          <a:ln w="38100">
            <a:solidFill>
              <a:srgbClr val="51D5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H="1" flipV="1">
            <a:off x="4342249" y="4200679"/>
            <a:ext cx="863" cy="25634"/>
          </a:xfrm>
          <a:prstGeom prst="line">
            <a:avLst/>
          </a:prstGeom>
          <a:ln w="38100">
            <a:solidFill>
              <a:srgbClr val="51D5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H="1" flipV="1">
            <a:off x="4340810" y="4175071"/>
            <a:ext cx="1439" cy="25608"/>
          </a:xfrm>
          <a:prstGeom prst="line">
            <a:avLst/>
          </a:prstGeom>
          <a:ln w="38100">
            <a:solidFill>
              <a:srgbClr val="51D5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 flipV="1">
            <a:off x="4338798" y="4149502"/>
            <a:ext cx="2012" cy="25569"/>
          </a:xfrm>
          <a:prstGeom prst="line">
            <a:avLst/>
          </a:prstGeom>
          <a:ln w="38100">
            <a:solidFill>
              <a:srgbClr val="51D5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H="1" flipV="1">
            <a:off x="4336213" y="4123984"/>
            <a:ext cx="2585" cy="25518"/>
          </a:xfrm>
          <a:prstGeom prst="line">
            <a:avLst/>
          </a:prstGeom>
          <a:ln w="38100">
            <a:solidFill>
              <a:srgbClr val="51D5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H="1" flipV="1">
            <a:off x="4333055" y="4098531"/>
            <a:ext cx="3158" cy="25453"/>
          </a:xfrm>
          <a:prstGeom prst="line">
            <a:avLst/>
          </a:prstGeom>
          <a:ln w="38100">
            <a:solidFill>
              <a:srgbClr val="51D5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H="1" flipV="1">
            <a:off x="4329327" y="4073155"/>
            <a:ext cx="3728" cy="25376"/>
          </a:xfrm>
          <a:prstGeom prst="line">
            <a:avLst/>
          </a:prstGeom>
          <a:ln w="38100">
            <a:solidFill>
              <a:srgbClr val="51D5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H="1" flipV="1">
            <a:off x="4325031" y="4047869"/>
            <a:ext cx="4296" cy="25286"/>
          </a:xfrm>
          <a:prstGeom prst="line">
            <a:avLst/>
          </a:prstGeom>
          <a:ln w="38100">
            <a:solidFill>
              <a:srgbClr val="51D5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H="1" flipV="1">
            <a:off x="4320168" y="4022686"/>
            <a:ext cx="4863" cy="25183"/>
          </a:xfrm>
          <a:prstGeom prst="line">
            <a:avLst/>
          </a:prstGeom>
          <a:ln w="38100">
            <a:solidFill>
              <a:srgbClr val="51D5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H="1" flipV="1">
            <a:off x="4314742" y="3997618"/>
            <a:ext cx="5426" cy="25068"/>
          </a:xfrm>
          <a:prstGeom prst="line">
            <a:avLst/>
          </a:prstGeom>
          <a:ln w="38100">
            <a:solidFill>
              <a:srgbClr val="51D5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H="1" flipV="1">
            <a:off x="4308755" y="3972678"/>
            <a:ext cx="5987" cy="24940"/>
          </a:xfrm>
          <a:prstGeom prst="line">
            <a:avLst/>
          </a:prstGeom>
          <a:ln w="38100">
            <a:solidFill>
              <a:srgbClr val="51D5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H="1" flipV="1">
            <a:off x="4302209" y="3947879"/>
            <a:ext cx="6546" cy="24799"/>
          </a:xfrm>
          <a:prstGeom prst="line">
            <a:avLst/>
          </a:prstGeom>
          <a:ln w="38100">
            <a:solidFill>
              <a:srgbClr val="51D5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H="1" flipV="1">
            <a:off x="4295109" y="3923233"/>
            <a:ext cx="7100" cy="24646"/>
          </a:xfrm>
          <a:prstGeom prst="line">
            <a:avLst/>
          </a:prstGeom>
          <a:ln w="38100">
            <a:solidFill>
              <a:srgbClr val="51D5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H="1" flipV="1">
            <a:off x="4287457" y="3898753"/>
            <a:ext cx="7652" cy="24480"/>
          </a:xfrm>
          <a:prstGeom prst="line">
            <a:avLst/>
          </a:prstGeom>
          <a:ln w="38100">
            <a:solidFill>
              <a:srgbClr val="51D5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H="1" flipV="1">
            <a:off x="4279258" y="3874451"/>
            <a:ext cx="8199" cy="24302"/>
          </a:xfrm>
          <a:prstGeom prst="line">
            <a:avLst/>
          </a:prstGeom>
          <a:ln w="38100">
            <a:solidFill>
              <a:srgbClr val="51D5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H="1" flipV="1">
            <a:off x="4270516" y="3850338"/>
            <a:ext cx="8742" cy="24113"/>
          </a:xfrm>
          <a:prstGeom prst="line">
            <a:avLst/>
          </a:prstGeom>
          <a:ln w="38100">
            <a:solidFill>
              <a:srgbClr val="51D5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H="1" flipV="1">
            <a:off x="4261235" y="3826428"/>
            <a:ext cx="9281" cy="23910"/>
          </a:xfrm>
          <a:prstGeom prst="line">
            <a:avLst/>
          </a:prstGeom>
          <a:ln w="38100">
            <a:solidFill>
              <a:srgbClr val="51D5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H="1" flipV="1">
            <a:off x="4251420" y="3802732"/>
            <a:ext cx="9815" cy="23696"/>
          </a:xfrm>
          <a:prstGeom prst="line">
            <a:avLst/>
          </a:prstGeom>
          <a:ln w="38100">
            <a:solidFill>
              <a:srgbClr val="51D5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 flipH="1" flipV="1">
            <a:off x="4241075" y="3779262"/>
            <a:ext cx="10345" cy="23470"/>
          </a:xfrm>
          <a:prstGeom prst="line">
            <a:avLst/>
          </a:prstGeom>
          <a:ln w="38100">
            <a:solidFill>
              <a:srgbClr val="51D5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 flipH="1" flipV="1">
            <a:off x="4230207" y="3756030"/>
            <a:ext cx="10868" cy="23232"/>
          </a:xfrm>
          <a:prstGeom prst="line">
            <a:avLst/>
          </a:prstGeom>
          <a:ln w="38100">
            <a:solidFill>
              <a:srgbClr val="51D5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 flipH="1" flipV="1">
            <a:off x="4218820" y="3733048"/>
            <a:ext cx="11387" cy="22982"/>
          </a:xfrm>
          <a:prstGeom prst="line">
            <a:avLst/>
          </a:prstGeom>
          <a:ln w="38100">
            <a:solidFill>
              <a:srgbClr val="51D5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 flipH="1" flipV="1">
            <a:off x="4206920" y="3710328"/>
            <a:ext cx="11900" cy="22720"/>
          </a:xfrm>
          <a:prstGeom prst="line">
            <a:avLst/>
          </a:prstGeom>
          <a:ln w="38100">
            <a:solidFill>
              <a:srgbClr val="51D5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 flipH="1" flipV="1">
            <a:off x="4194514" y="3687880"/>
            <a:ext cx="12406" cy="22448"/>
          </a:xfrm>
          <a:prstGeom prst="line">
            <a:avLst/>
          </a:prstGeom>
          <a:ln w="38100">
            <a:solidFill>
              <a:srgbClr val="51D5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 flipH="1" flipV="1">
            <a:off x="4181606" y="3665716"/>
            <a:ext cx="12908" cy="22164"/>
          </a:xfrm>
          <a:prstGeom prst="line">
            <a:avLst/>
          </a:prstGeom>
          <a:ln w="38100">
            <a:solidFill>
              <a:srgbClr val="51D5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 flipH="1" flipV="1">
            <a:off x="4168205" y="3643847"/>
            <a:ext cx="13401" cy="21869"/>
          </a:xfrm>
          <a:prstGeom prst="line">
            <a:avLst/>
          </a:prstGeom>
          <a:ln w="38100">
            <a:solidFill>
              <a:srgbClr val="51D5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 flipH="1" flipV="1">
            <a:off x="4154317" y="3622284"/>
            <a:ext cx="13888" cy="21563"/>
          </a:xfrm>
          <a:prstGeom prst="line">
            <a:avLst/>
          </a:prstGeom>
          <a:ln w="38100">
            <a:solidFill>
              <a:srgbClr val="51D5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 flipH="1" flipV="1">
            <a:off x="4139948" y="3601039"/>
            <a:ext cx="14369" cy="21245"/>
          </a:xfrm>
          <a:prstGeom prst="line">
            <a:avLst/>
          </a:prstGeom>
          <a:ln w="38100">
            <a:solidFill>
              <a:srgbClr val="51D5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 flipH="1" flipV="1">
            <a:off x="4125106" y="3580121"/>
            <a:ext cx="14842" cy="20918"/>
          </a:xfrm>
          <a:prstGeom prst="line">
            <a:avLst/>
          </a:prstGeom>
          <a:ln w="38100">
            <a:solidFill>
              <a:srgbClr val="51D5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 flipH="1" flipV="1">
            <a:off x="4109798" y="3559541"/>
            <a:ext cx="15308" cy="20580"/>
          </a:xfrm>
          <a:prstGeom prst="line">
            <a:avLst/>
          </a:prstGeom>
          <a:ln w="38100">
            <a:solidFill>
              <a:srgbClr val="51D5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 flipH="1" flipV="1">
            <a:off x="4094033" y="3539311"/>
            <a:ext cx="15765" cy="20230"/>
          </a:xfrm>
          <a:prstGeom prst="line">
            <a:avLst/>
          </a:prstGeom>
          <a:ln w="38100">
            <a:solidFill>
              <a:srgbClr val="51D5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 flipH="1" flipV="1">
            <a:off x="4077817" y="3519439"/>
            <a:ext cx="16216" cy="19872"/>
          </a:xfrm>
          <a:prstGeom prst="line">
            <a:avLst/>
          </a:prstGeom>
          <a:ln w="38100">
            <a:solidFill>
              <a:srgbClr val="51D5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 flipH="1" flipV="1">
            <a:off x="4061160" y="3499936"/>
            <a:ext cx="16657" cy="19503"/>
          </a:xfrm>
          <a:prstGeom prst="line">
            <a:avLst/>
          </a:prstGeom>
          <a:ln w="38100">
            <a:solidFill>
              <a:srgbClr val="51D5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 flipH="1" flipV="1">
            <a:off x="4044070" y="3480811"/>
            <a:ext cx="17090" cy="19125"/>
          </a:xfrm>
          <a:prstGeom prst="line">
            <a:avLst/>
          </a:prstGeom>
          <a:ln w="38100">
            <a:solidFill>
              <a:srgbClr val="51D5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 flipH="1" flipV="1">
            <a:off x="4026554" y="3462075"/>
            <a:ext cx="17516" cy="18736"/>
          </a:xfrm>
          <a:prstGeom prst="line">
            <a:avLst/>
          </a:prstGeom>
          <a:ln w="38100">
            <a:solidFill>
              <a:srgbClr val="51D5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 flipH="1" flipV="1">
            <a:off x="4008623" y="3443736"/>
            <a:ext cx="17931" cy="18339"/>
          </a:xfrm>
          <a:prstGeom prst="line">
            <a:avLst/>
          </a:prstGeom>
          <a:ln w="38100">
            <a:solidFill>
              <a:srgbClr val="51D5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 flipH="1" flipV="1">
            <a:off x="3990284" y="3425805"/>
            <a:ext cx="18339" cy="17931"/>
          </a:xfrm>
          <a:prstGeom prst="line">
            <a:avLst/>
          </a:prstGeom>
          <a:ln w="38100">
            <a:solidFill>
              <a:srgbClr val="51D5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 flipH="1" flipV="1">
            <a:off x="3971548" y="3408289"/>
            <a:ext cx="18736" cy="17516"/>
          </a:xfrm>
          <a:prstGeom prst="line">
            <a:avLst/>
          </a:prstGeom>
          <a:ln w="38100">
            <a:solidFill>
              <a:srgbClr val="51D5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 flipH="1" flipV="1">
            <a:off x="3952423" y="3391199"/>
            <a:ext cx="19125" cy="17090"/>
          </a:xfrm>
          <a:prstGeom prst="line">
            <a:avLst/>
          </a:prstGeom>
          <a:ln w="38100">
            <a:solidFill>
              <a:srgbClr val="51D5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 flipH="1" flipV="1">
            <a:off x="3932920" y="3374542"/>
            <a:ext cx="19503" cy="16657"/>
          </a:xfrm>
          <a:prstGeom prst="line">
            <a:avLst/>
          </a:prstGeom>
          <a:ln w="38100">
            <a:solidFill>
              <a:srgbClr val="51D5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 flipH="1" flipV="1">
            <a:off x="3913048" y="3358326"/>
            <a:ext cx="19872" cy="16216"/>
          </a:xfrm>
          <a:prstGeom prst="line">
            <a:avLst/>
          </a:prstGeom>
          <a:ln w="38100">
            <a:solidFill>
              <a:srgbClr val="51D5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 flipH="1" flipV="1">
            <a:off x="3892818" y="3342561"/>
            <a:ext cx="20230" cy="15765"/>
          </a:xfrm>
          <a:prstGeom prst="line">
            <a:avLst/>
          </a:prstGeom>
          <a:ln w="38100">
            <a:solidFill>
              <a:srgbClr val="51D5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 flipH="1" flipV="1">
            <a:off x="3872238" y="3327253"/>
            <a:ext cx="20580" cy="15308"/>
          </a:xfrm>
          <a:prstGeom prst="line">
            <a:avLst/>
          </a:prstGeom>
          <a:ln w="38100">
            <a:solidFill>
              <a:srgbClr val="51D5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 flipH="1" flipV="1">
            <a:off x="3851320" y="3312411"/>
            <a:ext cx="20918" cy="14842"/>
          </a:xfrm>
          <a:prstGeom prst="line">
            <a:avLst/>
          </a:prstGeom>
          <a:ln w="38100">
            <a:solidFill>
              <a:srgbClr val="51D5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 flipH="1" flipV="1">
            <a:off x="3830075" y="3298042"/>
            <a:ext cx="21245" cy="14369"/>
          </a:xfrm>
          <a:prstGeom prst="line">
            <a:avLst/>
          </a:prstGeom>
          <a:ln w="38100">
            <a:solidFill>
              <a:srgbClr val="51D5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 flipH="1" flipV="1">
            <a:off x="3808512" y="3284154"/>
            <a:ext cx="21563" cy="13888"/>
          </a:xfrm>
          <a:prstGeom prst="line">
            <a:avLst/>
          </a:prstGeom>
          <a:ln w="38100">
            <a:solidFill>
              <a:srgbClr val="51D5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 flipH="1" flipV="1">
            <a:off x="3786643" y="3270753"/>
            <a:ext cx="21869" cy="13401"/>
          </a:xfrm>
          <a:prstGeom prst="line">
            <a:avLst/>
          </a:prstGeom>
          <a:ln w="38100">
            <a:solidFill>
              <a:srgbClr val="51D5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 flipH="1" flipV="1">
            <a:off x="3764479" y="3257845"/>
            <a:ext cx="22164" cy="12908"/>
          </a:xfrm>
          <a:prstGeom prst="line">
            <a:avLst/>
          </a:prstGeom>
          <a:ln w="38100">
            <a:solidFill>
              <a:srgbClr val="51D5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 flipH="1" flipV="1">
            <a:off x="3742031" y="3245439"/>
            <a:ext cx="22448" cy="12406"/>
          </a:xfrm>
          <a:prstGeom prst="line">
            <a:avLst/>
          </a:prstGeom>
          <a:ln w="38100">
            <a:solidFill>
              <a:srgbClr val="51D5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 flipH="1" flipV="1">
            <a:off x="3719311" y="3233539"/>
            <a:ext cx="22720" cy="11900"/>
          </a:xfrm>
          <a:prstGeom prst="line">
            <a:avLst/>
          </a:prstGeom>
          <a:ln w="38100">
            <a:solidFill>
              <a:srgbClr val="51D5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 flipH="1" flipV="1">
            <a:off x="3696329" y="3222152"/>
            <a:ext cx="22982" cy="11387"/>
          </a:xfrm>
          <a:prstGeom prst="line">
            <a:avLst/>
          </a:prstGeom>
          <a:ln w="38100">
            <a:solidFill>
              <a:srgbClr val="51D5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 flipH="1" flipV="1">
            <a:off x="3673097" y="3211284"/>
            <a:ext cx="23232" cy="10868"/>
          </a:xfrm>
          <a:prstGeom prst="line">
            <a:avLst/>
          </a:prstGeom>
          <a:ln w="38100">
            <a:solidFill>
              <a:srgbClr val="51D5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 flipH="1" flipV="1">
            <a:off x="3649627" y="3200939"/>
            <a:ext cx="23470" cy="10345"/>
          </a:xfrm>
          <a:prstGeom prst="line">
            <a:avLst/>
          </a:prstGeom>
          <a:ln w="38100">
            <a:solidFill>
              <a:srgbClr val="51D5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 flipH="1" flipV="1">
            <a:off x="3625931" y="3191124"/>
            <a:ext cx="23696" cy="9815"/>
          </a:xfrm>
          <a:prstGeom prst="line">
            <a:avLst/>
          </a:prstGeom>
          <a:ln w="38100">
            <a:solidFill>
              <a:srgbClr val="51D5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 flipH="1" flipV="1">
            <a:off x="3602021" y="3181843"/>
            <a:ext cx="23910" cy="9281"/>
          </a:xfrm>
          <a:prstGeom prst="line">
            <a:avLst/>
          </a:prstGeom>
          <a:ln w="38100">
            <a:solidFill>
              <a:srgbClr val="51D5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 flipH="1" flipV="1">
            <a:off x="3577908" y="3173101"/>
            <a:ext cx="24113" cy="8742"/>
          </a:xfrm>
          <a:prstGeom prst="line">
            <a:avLst/>
          </a:prstGeom>
          <a:ln w="38100">
            <a:solidFill>
              <a:srgbClr val="51D5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 flipH="1" flipV="1">
            <a:off x="3553606" y="3164902"/>
            <a:ext cx="24302" cy="8199"/>
          </a:xfrm>
          <a:prstGeom prst="line">
            <a:avLst/>
          </a:prstGeom>
          <a:ln w="38100">
            <a:solidFill>
              <a:srgbClr val="51D5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 flipH="1" flipV="1">
            <a:off x="3529126" y="3157250"/>
            <a:ext cx="24480" cy="7652"/>
          </a:xfrm>
          <a:prstGeom prst="line">
            <a:avLst/>
          </a:prstGeom>
          <a:ln w="38100">
            <a:solidFill>
              <a:srgbClr val="51D5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 flipH="1" flipV="1">
            <a:off x="3504480" y="3150150"/>
            <a:ext cx="24646" cy="7100"/>
          </a:xfrm>
          <a:prstGeom prst="line">
            <a:avLst/>
          </a:prstGeom>
          <a:ln w="38100">
            <a:solidFill>
              <a:srgbClr val="51D5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 flipH="1" flipV="1">
            <a:off x="3479681" y="3143604"/>
            <a:ext cx="24799" cy="6546"/>
          </a:xfrm>
          <a:prstGeom prst="line">
            <a:avLst/>
          </a:prstGeom>
          <a:ln w="38100">
            <a:solidFill>
              <a:srgbClr val="51D5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 flipH="1" flipV="1">
            <a:off x="3454741" y="3137617"/>
            <a:ext cx="24940" cy="5987"/>
          </a:xfrm>
          <a:prstGeom prst="line">
            <a:avLst/>
          </a:prstGeom>
          <a:ln w="38100">
            <a:solidFill>
              <a:srgbClr val="51D5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 flipH="1" flipV="1">
            <a:off x="3429673" y="3132191"/>
            <a:ext cx="25068" cy="5426"/>
          </a:xfrm>
          <a:prstGeom prst="line">
            <a:avLst/>
          </a:prstGeom>
          <a:ln w="38100">
            <a:solidFill>
              <a:srgbClr val="51D5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 flipH="1" flipV="1">
            <a:off x="3404490" y="3127328"/>
            <a:ext cx="25183" cy="4863"/>
          </a:xfrm>
          <a:prstGeom prst="line">
            <a:avLst/>
          </a:prstGeom>
          <a:ln w="38100">
            <a:solidFill>
              <a:srgbClr val="51D5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 flipH="1" flipV="1">
            <a:off x="3379204" y="3123032"/>
            <a:ext cx="25286" cy="4296"/>
          </a:xfrm>
          <a:prstGeom prst="line">
            <a:avLst/>
          </a:prstGeom>
          <a:ln w="38100">
            <a:solidFill>
              <a:srgbClr val="51D5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 flipH="1" flipV="1">
            <a:off x="3353828" y="3119304"/>
            <a:ext cx="25376" cy="3728"/>
          </a:xfrm>
          <a:prstGeom prst="line">
            <a:avLst/>
          </a:prstGeom>
          <a:ln w="38100">
            <a:solidFill>
              <a:srgbClr val="51D5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 flipH="1" flipV="1">
            <a:off x="3328375" y="3116146"/>
            <a:ext cx="25453" cy="3158"/>
          </a:xfrm>
          <a:prstGeom prst="line">
            <a:avLst/>
          </a:prstGeom>
          <a:ln w="38100">
            <a:solidFill>
              <a:srgbClr val="51D5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 flipH="1" flipV="1">
            <a:off x="3302857" y="3113561"/>
            <a:ext cx="25518" cy="2585"/>
          </a:xfrm>
          <a:prstGeom prst="line">
            <a:avLst/>
          </a:prstGeom>
          <a:ln w="38100">
            <a:solidFill>
              <a:srgbClr val="51D5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 flipH="1" flipV="1">
            <a:off x="3277288" y="3111549"/>
            <a:ext cx="25569" cy="2012"/>
          </a:xfrm>
          <a:prstGeom prst="line">
            <a:avLst/>
          </a:prstGeom>
          <a:ln w="38100">
            <a:solidFill>
              <a:srgbClr val="51D5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/>
          <p:nvPr/>
        </p:nvCxnSpPr>
        <p:spPr>
          <a:xfrm flipH="1" flipV="1">
            <a:off x="3251680" y="3110110"/>
            <a:ext cx="25608" cy="1439"/>
          </a:xfrm>
          <a:prstGeom prst="line">
            <a:avLst/>
          </a:prstGeom>
          <a:ln w="38100">
            <a:solidFill>
              <a:srgbClr val="51D5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 flipH="1" flipV="1">
            <a:off x="3226046" y="3109247"/>
            <a:ext cx="25634" cy="863"/>
          </a:xfrm>
          <a:prstGeom prst="line">
            <a:avLst/>
          </a:prstGeom>
          <a:ln w="38100">
            <a:solidFill>
              <a:srgbClr val="51D5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 flipH="1" flipV="1">
            <a:off x="3200400" y="3108960"/>
            <a:ext cx="25646" cy="287"/>
          </a:xfrm>
          <a:prstGeom prst="line">
            <a:avLst/>
          </a:prstGeom>
          <a:ln w="38100">
            <a:solidFill>
              <a:srgbClr val="51D5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80"/>
          <p:cNvCxnSpPr/>
          <p:nvPr/>
        </p:nvCxnSpPr>
        <p:spPr>
          <a:xfrm flipH="1" flipV="1">
            <a:off x="3200400" y="3108960"/>
            <a:ext cx="173736" cy="9144"/>
          </a:xfrm>
          <a:prstGeom prst="line">
            <a:avLst/>
          </a:prstGeom>
          <a:ln w="38100">
            <a:solidFill>
              <a:srgbClr val="51D5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Connector 81"/>
          <p:cNvCxnSpPr/>
          <p:nvPr/>
        </p:nvCxnSpPr>
        <p:spPr>
          <a:xfrm flipV="1">
            <a:off x="3200400" y="3040733"/>
            <a:ext cx="149785" cy="68227"/>
          </a:xfrm>
          <a:prstGeom prst="line">
            <a:avLst/>
          </a:prstGeom>
          <a:ln w="38100">
            <a:solidFill>
              <a:srgbClr val="51D5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Connector 82"/>
          <p:cNvCxnSpPr/>
          <p:nvPr/>
        </p:nvCxnSpPr>
        <p:spPr>
          <a:xfrm>
            <a:off x="3200400" y="3108960"/>
            <a:ext cx="141795" cy="83573"/>
          </a:xfrm>
          <a:prstGeom prst="line">
            <a:avLst/>
          </a:prstGeom>
          <a:ln w="38100">
            <a:solidFill>
              <a:srgbClr val="51D5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/>
          <p:nvPr/>
        </p:nvCxnSpPr>
        <p:spPr>
          <a:xfrm>
            <a:off x="3200400" y="4251960"/>
            <a:ext cx="1078992" cy="0"/>
          </a:xfrm>
          <a:prstGeom prst="line">
            <a:avLst/>
          </a:prstGeom>
          <a:ln w="38100">
            <a:solidFill>
              <a:srgbClr val="82B5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Connector 84"/>
          <p:cNvCxnSpPr/>
          <p:nvPr/>
        </p:nvCxnSpPr>
        <p:spPr>
          <a:xfrm flipH="1">
            <a:off x="4133399" y="4251960"/>
            <a:ext cx="145993" cy="76005"/>
          </a:xfrm>
          <a:prstGeom prst="line">
            <a:avLst/>
          </a:prstGeom>
          <a:ln w="38100">
            <a:solidFill>
              <a:srgbClr val="82B5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Connector 85"/>
          <p:cNvCxnSpPr/>
          <p:nvPr/>
        </p:nvCxnSpPr>
        <p:spPr>
          <a:xfrm flipH="1" flipV="1">
            <a:off x="4133399" y="4175954"/>
            <a:ext cx="145993" cy="76006"/>
          </a:xfrm>
          <a:prstGeom prst="line">
            <a:avLst/>
          </a:prstGeom>
          <a:ln w="38100">
            <a:solidFill>
              <a:srgbClr val="82B5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Connector 86"/>
          <p:cNvCxnSpPr/>
          <p:nvPr/>
        </p:nvCxnSpPr>
        <p:spPr>
          <a:xfrm flipV="1">
            <a:off x="3200400" y="3182112"/>
            <a:ext cx="0" cy="1069848"/>
          </a:xfrm>
          <a:prstGeom prst="line">
            <a:avLst/>
          </a:prstGeom>
          <a:ln w="38100">
            <a:solidFill>
              <a:srgbClr val="51D5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Connector 87"/>
          <p:cNvCxnSpPr/>
          <p:nvPr/>
        </p:nvCxnSpPr>
        <p:spPr>
          <a:xfrm>
            <a:off x="3200400" y="3182112"/>
            <a:ext cx="76005" cy="145992"/>
          </a:xfrm>
          <a:prstGeom prst="line">
            <a:avLst/>
          </a:prstGeom>
          <a:ln w="38100">
            <a:solidFill>
              <a:srgbClr val="51D5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Connector 88"/>
          <p:cNvCxnSpPr/>
          <p:nvPr/>
        </p:nvCxnSpPr>
        <p:spPr>
          <a:xfrm flipH="1">
            <a:off x="3124394" y="3182112"/>
            <a:ext cx="76006" cy="145992"/>
          </a:xfrm>
          <a:prstGeom prst="line">
            <a:avLst/>
          </a:prstGeom>
          <a:ln w="38100">
            <a:solidFill>
              <a:srgbClr val="51D5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0" name="Oval 89"/>
          <p:cNvSpPr/>
          <p:nvPr/>
        </p:nvSpPr>
        <p:spPr>
          <a:xfrm>
            <a:off x="3008376" y="4059936"/>
            <a:ext cx="384048" cy="384048"/>
          </a:xfrm>
          <a:prstGeom prst="ellipse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1188720" y="5285232"/>
            <a:ext cx="5303520" cy="2819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2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51D5BF"/>
                </a:solidFill>
                <a:latin typeface="Arial"/>
              </a:defRPr>
            </a:pPr>
            <a:r>
              <a:t>LEFT 90 deg  /  RIGHT 90 deg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6446520" y="2880360"/>
            <a:ext cx="5120640" cy="36449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470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4F7FA"/>
                </a:solidFill>
                <a:latin typeface="Arial"/>
              </a:defRPr>
            </a:pPr>
            <a:r>
              <a:t>What it tells you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6446520" y="3209544"/>
            <a:ext cx="5120640" cy="3149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080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B4C4D5"/>
                </a:solidFill>
                <a:latin typeface="Arial"/>
              </a:defRPr>
            </a:pPr>
            <a:r>
              <a:t>Turning symmetry and repeatable angles.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6446520" y="3621024"/>
            <a:ext cx="5120640" cy="36449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470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4F7FA"/>
                </a:solidFill>
                <a:latin typeface="Arial"/>
              </a:defRPr>
            </a:pPr>
            <a:r>
              <a:t>Default motion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6446520" y="3950208"/>
            <a:ext cx="5120640" cy="3149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080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B4C4D5"/>
                </a:solidFill>
                <a:latin typeface="Arial"/>
              </a:defRPr>
            </a:pPr>
            <a:r>
              <a:t>0.2 rad/s; 3 left/right pairs.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6446520" y="4361688"/>
            <a:ext cx="5120640" cy="36449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470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4F7FA"/>
                </a:solidFill>
                <a:latin typeface="Arial"/>
              </a:defRPr>
            </a:pPr>
            <a:r>
              <a:t>Configurable angle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6446520" y="4690872"/>
            <a:ext cx="5120640" cy="3149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080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B4C4D5"/>
                </a:solidFill>
                <a:latin typeface="Arial"/>
              </a:defRPr>
            </a:pPr>
            <a:r>
              <a:t>angle_deg supports 90, 180 or 360 degrees.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6446520" y="5102352"/>
            <a:ext cx="5120640" cy="36449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470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4F7FA"/>
                </a:solidFill>
                <a:latin typeface="Arial"/>
              </a:defRPr>
            </a:pPr>
            <a:r>
              <a:t>How it finishes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6446520" y="5431536"/>
            <a:ext cx="5120640" cy="3149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080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B4C4D5"/>
                </a:solidFill>
                <a:latin typeface="Arial"/>
              </a:defRPr>
            </a:pPr>
            <a:r>
              <a:t>Continuous yaw handles the +/-180 boundary.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101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11480" y="384048"/>
            <a:ext cx="109728" cy="219456"/>
          </a:xfrm>
          <a:prstGeom prst="rect">
            <a:avLst/>
          </a:prstGeom>
          <a:solidFill>
            <a:srgbClr val="51D5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56616"/>
            <a:ext cx="10058400" cy="2324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3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51D5BF"/>
                </a:solidFill>
                <a:latin typeface="Arial"/>
              </a:defRPr>
            </a:pPr>
            <a:r>
              <a:t>05 / CIRCLE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850392"/>
            <a:ext cx="10972800" cy="5791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4160"/>
              </a:lnSpc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F4F7FA"/>
                </a:solidFill>
                <a:latin typeface="Arial"/>
              </a:defRPr>
            </a:pPr>
            <a:r>
              <a:t>Circle: compare inner and outer wheels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1499616"/>
            <a:ext cx="10972800" cy="3149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080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B4C4D5"/>
                </a:solidFill>
                <a:latin typeface="Arial"/>
              </a:defRPr>
            </a:pPr>
            <a:r>
              <a:t>One repetition = one full lap, then standstill. Default: counterclockwise.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473952"/>
            <a:ext cx="9144000" cy="2159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B4C4D5"/>
                </a:solidFill>
                <a:latin typeface="Arial"/>
              </a:defRPr>
            </a:pPr>
            <a:r>
              <a:t>motor_control_g4dual  /  TEST PATTERNS v3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46520"/>
            <a:ext cx="594360" cy="2654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690"/>
              </a:lnSpc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51D5BF"/>
                </a:solidFill>
                <a:latin typeface="Arial"/>
              </a:defRPr>
            </a:pPr>
            <a:r>
              <a:t>06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" y="1947672"/>
            <a:ext cx="10972800" cy="603504"/>
          </a:xfrm>
          <a:prstGeom prst="rect">
            <a:avLst/>
          </a:prstGeom>
          <a:solidFill>
            <a:srgbClr val="192C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2093976"/>
            <a:ext cx="10515600" cy="381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51D5BF"/>
                </a:solidFill>
                <a:latin typeface="Courier New"/>
              </a:defRPr>
            </a:pPr>
            <a:r>
              <a:t>aic mc tp circle</a:t>
            </a:r>
          </a:p>
        </p:txBody>
      </p:sp>
      <p:cxnSp>
        <p:nvCxnSpPr>
          <p:cNvPr id="11" name="Connector 10"/>
          <p:cNvCxnSpPr/>
          <p:nvPr/>
        </p:nvCxnSpPr>
        <p:spPr>
          <a:xfrm flipH="1" flipV="1">
            <a:off x="4524588" y="4095914"/>
            <a:ext cx="1692" cy="64606"/>
          </a:xfrm>
          <a:prstGeom prst="line">
            <a:avLst/>
          </a:prstGeom>
          <a:ln w="38100">
            <a:solidFill>
              <a:srgbClr val="51D5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H="1" flipV="1">
            <a:off x="4519517" y="4031485"/>
            <a:ext cx="5071" cy="64429"/>
          </a:xfrm>
          <a:prstGeom prst="line">
            <a:avLst/>
          </a:prstGeom>
          <a:ln w="38100">
            <a:solidFill>
              <a:srgbClr val="51D5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H="1" flipV="1">
            <a:off x="4511081" y="3967411"/>
            <a:ext cx="8436" cy="64074"/>
          </a:xfrm>
          <a:prstGeom prst="line">
            <a:avLst/>
          </a:prstGeom>
          <a:ln w="38100">
            <a:solidFill>
              <a:srgbClr val="51D5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 flipV="1">
            <a:off x="4499304" y="3903865"/>
            <a:ext cx="11777" cy="63546"/>
          </a:xfrm>
          <a:prstGeom prst="line">
            <a:avLst/>
          </a:prstGeom>
          <a:ln w="38100">
            <a:solidFill>
              <a:srgbClr val="51D5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H="1" flipV="1">
            <a:off x="4484217" y="3841023"/>
            <a:ext cx="15087" cy="62842"/>
          </a:xfrm>
          <a:prstGeom prst="line">
            <a:avLst/>
          </a:prstGeom>
          <a:ln w="38100">
            <a:solidFill>
              <a:srgbClr val="51D5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H="1" flipV="1">
            <a:off x="4465862" y="3779057"/>
            <a:ext cx="18355" cy="61966"/>
          </a:xfrm>
          <a:prstGeom prst="line">
            <a:avLst/>
          </a:prstGeom>
          <a:ln w="38100">
            <a:solidFill>
              <a:srgbClr val="51D5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H="1" flipV="1">
            <a:off x="4444289" y="3718136"/>
            <a:ext cx="21573" cy="60921"/>
          </a:xfrm>
          <a:prstGeom prst="line">
            <a:avLst/>
          </a:prstGeom>
          <a:ln w="38100">
            <a:solidFill>
              <a:srgbClr val="51D5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H="1" flipV="1">
            <a:off x="4419557" y="3658428"/>
            <a:ext cx="24732" cy="59708"/>
          </a:xfrm>
          <a:prstGeom prst="line">
            <a:avLst/>
          </a:prstGeom>
          <a:ln w="38100">
            <a:solidFill>
              <a:srgbClr val="51D5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H="1" flipV="1">
            <a:off x="4391734" y="3600095"/>
            <a:ext cx="27823" cy="58333"/>
          </a:xfrm>
          <a:prstGeom prst="line">
            <a:avLst/>
          </a:prstGeom>
          <a:ln w="38100">
            <a:solidFill>
              <a:srgbClr val="51D5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H="1" flipV="1">
            <a:off x="4360896" y="3543300"/>
            <a:ext cx="30838" cy="56795"/>
          </a:xfrm>
          <a:prstGeom prst="line">
            <a:avLst/>
          </a:prstGeom>
          <a:ln w="38100">
            <a:solidFill>
              <a:srgbClr val="51D5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H="1" flipV="1">
            <a:off x="4327128" y="3488195"/>
            <a:ext cx="33768" cy="55105"/>
          </a:xfrm>
          <a:prstGeom prst="line">
            <a:avLst/>
          </a:prstGeom>
          <a:ln w="38100">
            <a:solidFill>
              <a:srgbClr val="51D5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H="1" flipV="1">
            <a:off x="4290522" y="3434934"/>
            <a:ext cx="36606" cy="53261"/>
          </a:xfrm>
          <a:prstGeom prst="line">
            <a:avLst/>
          </a:prstGeom>
          <a:ln w="38100">
            <a:solidFill>
              <a:srgbClr val="51D5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H="1" flipV="1">
            <a:off x="4251180" y="3383661"/>
            <a:ext cx="39342" cy="51273"/>
          </a:xfrm>
          <a:prstGeom prst="line">
            <a:avLst/>
          </a:prstGeom>
          <a:ln w="38100">
            <a:solidFill>
              <a:srgbClr val="51D5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H="1" flipV="1">
            <a:off x="4209207" y="3334518"/>
            <a:ext cx="41973" cy="49143"/>
          </a:xfrm>
          <a:prstGeom prst="line">
            <a:avLst/>
          </a:prstGeom>
          <a:ln w="38100">
            <a:solidFill>
              <a:srgbClr val="51D5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H="1" flipV="1">
            <a:off x="4164720" y="3287639"/>
            <a:ext cx="44487" cy="46879"/>
          </a:xfrm>
          <a:prstGeom prst="line">
            <a:avLst/>
          </a:prstGeom>
          <a:ln w="38100">
            <a:solidFill>
              <a:srgbClr val="51D5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H="1" flipV="1">
            <a:off x="4117841" y="3243152"/>
            <a:ext cx="46879" cy="44487"/>
          </a:xfrm>
          <a:prstGeom prst="line">
            <a:avLst/>
          </a:prstGeom>
          <a:ln w="38100">
            <a:solidFill>
              <a:srgbClr val="51D5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H="1" flipV="1">
            <a:off x="4068698" y="3201179"/>
            <a:ext cx="49143" cy="41973"/>
          </a:xfrm>
          <a:prstGeom prst="line">
            <a:avLst/>
          </a:prstGeom>
          <a:ln w="38100">
            <a:solidFill>
              <a:srgbClr val="51D5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H="1" flipV="1">
            <a:off x="4017425" y="3161837"/>
            <a:ext cx="51273" cy="39342"/>
          </a:xfrm>
          <a:prstGeom prst="line">
            <a:avLst/>
          </a:prstGeom>
          <a:ln w="38100">
            <a:solidFill>
              <a:srgbClr val="51D5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 flipH="1" flipV="1">
            <a:off x="3964164" y="3125231"/>
            <a:ext cx="53261" cy="36606"/>
          </a:xfrm>
          <a:prstGeom prst="line">
            <a:avLst/>
          </a:prstGeom>
          <a:ln w="38100">
            <a:solidFill>
              <a:srgbClr val="51D5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 flipH="1" flipV="1">
            <a:off x="3909060" y="3091463"/>
            <a:ext cx="55104" cy="33768"/>
          </a:xfrm>
          <a:prstGeom prst="line">
            <a:avLst/>
          </a:prstGeom>
          <a:ln w="38100">
            <a:solidFill>
              <a:srgbClr val="51D5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 flipH="1" flipV="1">
            <a:off x="3852264" y="3060625"/>
            <a:ext cx="56796" cy="30838"/>
          </a:xfrm>
          <a:prstGeom prst="line">
            <a:avLst/>
          </a:prstGeom>
          <a:ln w="38100">
            <a:solidFill>
              <a:srgbClr val="51D5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 flipH="1" flipV="1">
            <a:off x="3793931" y="3032802"/>
            <a:ext cx="58333" cy="27823"/>
          </a:xfrm>
          <a:prstGeom prst="line">
            <a:avLst/>
          </a:prstGeom>
          <a:ln w="38100">
            <a:solidFill>
              <a:srgbClr val="51D5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 flipH="1" flipV="1">
            <a:off x="3734223" y="3008070"/>
            <a:ext cx="59708" cy="24732"/>
          </a:xfrm>
          <a:prstGeom prst="line">
            <a:avLst/>
          </a:prstGeom>
          <a:ln w="38100">
            <a:solidFill>
              <a:srgbClr val="51D5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 flipH="1" flipV="1">
            <a:off x="3673302" y="2986497"/>
            <a:ext cx="60921" cy="21573"/>
          </a:xfrm>
          <a:prstGeom prst="line">
            <a:avLst/>
          </a:prstGeom>
          <a:ln w="38100">
            <a:solidFill>
              <a:srgbClr val="51D5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 flipH="1" flipV="1">
            <a:off x="3611336" y="2968142"/>
            <a:ext cx="61966" cy="18355"/>
          </a:xfrm>
          <a:prstGeom prst="line">
            <a:avLst/>
          </a:prstGeom>
          <a:ln w="38100">
            <a:solidFill>
              <a:srgbClr val="51D5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 flipH="1" flipV="1">
            <a:off x="3548494" y="2953055"/>
            <a:ext cx="62842" cy="15087"/>
          </a:xfrm>
          <a:prstGeom prst="line">
            <a:avLst/>
          </a:prstGeom>
          <a:ln w="38100">
            <a:solidFill>
              <a:srgbClr val="51D5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 flipH="1" flipV="1">
            <a:off x="3484948" y="2941278"/>
            <a:ext cx="63546" cy="11777"/>
          </a:xfrm>
          <a:prstGeom prst="line">
            <a:avLst/>
          </a:prstGeom>
          <a:ln w="38100">
            <a:solidFill>
              <a:srgbClr val="51D5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 flipH="1" flipV="1">
            <a:off x="3420874" y="2932842"/>
            <a:ext cx="64074" cy="8436"/>
          </a:xfrm>
          <a:prstGeom prst="line">
            <a:avLst/>
          </a:prstGeom>
          <a:ln w="38100">
            <a:solidFill>
              <a:srgbClr val="51D5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 flipH="1" flipV="1">
            <a:off x="3356445" y="2927771"/>
            <a:ext cx="64429" cy="5071"/>
          </a:xfrm>
          <a:prstGeom prst="line">
            <a:avLst/>
          </a:prstGeom>
          <a:ln w="38100">
            <a:solidFill>
              <a:srgbClr val="51D5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 flipH="1" flipV="1">
            <a:off x="3291840" y="2926079"/>
            <a:ext cx="64605" cy="1692"/>
          </a:xfrm>
          <a:prstGeom prst="line">
            <a:avLst/>
          </a:prstGeom>
          <a:ln w="38100">
            <a:solidFill>
              <a:srgbClr val="51D5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 flipH="1">
            <a:off x="3227234" y="2926079"/>
            <a:ext cx="64606" cy="1692"/>
          </a:xfrm>
          <a:prstGeom prst="line">
            <a:avLst/>
          </a:prstGeom>
          <a:ln w="38100">
            <a:solidFill>
              <a:srgbClr val="51D5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 flipH="1">
            <a:off x="3162805" y="2927771"/>
            <a:ext cx="64429" cy="5071"/>
          </a:xfrm>
          <a:prstGeom prst="line">
            <a:avLst/>
          </a:prstGeom>
          <a:ln w="38100">
            <a:solidFill>
              <a:srgbClr val="51D5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 flipH="1">
            <a:off x="3098731" y="2932842"/>
            <a:ext cx="64074" cy="8436"/>
          </a:xfrm>
          <a:prstGeom prst="line">
            <a:avLst/>
          </a:prstGeom>
          <a:ln w="38100">
            <a:solidFill>
              <a:srgbClr val="51D5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 flipH="1">
            <a:off x="3035185" y="2941278"/>
            <a:ext cx="63546" cy="11777"/>
          </a:xfrm>
          <a:prstGeom prst="line">
            <a:avLst/>
          </a:prstGeom>
          <a:ln w="38100">
            <a:solidFill>
              <a:srgbClr val="51D5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 flipH="1">
            <a:off x="2972343" y="2953055"/>
            <a:ext cx="62842" cy="15087"/>
          </a:xfrm>
          <a:prstGeom prst="line">
            <a:avLst/>
          </a:prstGeom>
          <a:ln w="38100">
            <a:solidFill>
              <a:srgbClr val="51D5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 flipH="1">
            <a:off x="2910377" y="2968142"/>
            <a:ext cx="61966" cy="18355"/>
          </a:xfrm>
          <a:prstGeom prst="line">
            <a:avLst/>
          </a:prstGeom>
          <a:ln w="38100">
            <a:solidFill>
              <a:srgbClr val="51D5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 flipH="1">
            <a:off x="2849456" y="2986497"/>
            <a:ext cx="60921" cy="21573"/>
          </a:xfrm>
          <a:prstGeom prst="line">
            <a:avLst/>
          </a:prstGeom>
          <a:ln w="38100">
            <a:solidFill>
              <a:srgbClr val="51D5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 flipH="1">
            <a:off x="2789748" y="3008070"/>
            <a:ext cx="59708" cy="24732"/>
          </a:xfrm>
          <a:prstGeom prst="line">
            <a:avLst/>
          </a:prstGeom>
          <a:ln w="38100">
            <a:solidFill>
              <a:srgbClr val="51D5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 flipH="1">
            <a:off x="2731415" y="3032802"/>
            <a:ext cx="58333" cy="27823"/>
          </a:xfrm>
          <a:prstGeom prst="line">
            <a:avLst/>
          </a:prstGeom>
          <a:ln w="38100">
            <a:solidFill>
              <a:srgbClr val="51D5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 flipH="1">
            <a:off x="2674620" y="3060625"/>
            <a:ext cx="56795" cy="30838"/>
          </a:xfrm>
          <a:prstGeom prst="line">
            <a:avLst/>
          </a:prstGeom>
          <a:ln w="38100">
            <a:solidFill>
              <a:srgbClr val="51D5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 flipH="1">
            <a:off x="2619515" y="3091463"/>
            <a:ext cx="55105" cy="33768"/>
          </a:xfrm>
          <a:prstGeom prst="line">
            <a:avLst/>
          </a:prstGeom>
          <a:ln w="38100">
            <a:solidFill>
              <a:srgbClr val="51D5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 flipH="1">
            <a:off x="2566254" y="3125231"/>
            <a:ext cx="53261" cy="36606"/>
          </a:xfrm>
          <a:prstGeom prst="line">
            <a:avLst/>
          </a:prstGeom>
          <a:ln w="38100">
            <a:solidFill>
              <a:srgbClr val="51D5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 flipH="1">
            <a:off x="2514981" y="3161837"/>
            <a:ext cx="51273" cy="39342"/>
          </a:xfrm>
          <a:prstGeom prst="line">
            <a:avLst/>
          </a:prstGeom>
          <a:ln w="38100">
            <a:solidFill>
              <a:srgbClr val="51D5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 flipH="1">
            <a:off x="2465838" y="3201179"/>
            <a:ext cx="49143" cy="41973"/>
          </a:xfrm>
          <a:prstGeom prst="line">
            <a:avLst/>
          </a:prstGeom>
          <a:ln w="38100">
            <a:solidFill>
              <a:srgbClr val="51D5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 flipH="1">
            <a:off x="2418959" y="3243152"/>
            <a:ext cx="46879" cy="44487"/>
          </a:xfrm>
          <a:prstGeom prst="line">
            <a:avLst/>
          </a:prstGeom>
          <a:ln w="38100">
            <a:solidFill>
              <a:srgbClr val="51D5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 flipH="1">
            <a:off x="2374472" y="3287639"/>
            <a:ext cx="44487" cy="46879"/>
          </a:xfrm>
          <a:prstGeom prst="line">
            <a:avLst/>
          </a:prstGeom>
          <a:ln w="38100">
            <a:solidFill>
              <a:srgbClr val="51D5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 flipH="1">
            <a:off x="2332499" y="3334518"/>
            <a:ext cx="41973" cy="49143"/>
          </a:xfrm>
          <a:prstGeom prst="line">
            <a:avLst/>
          </a:prstGeom>
          <a:ln w="38100">
            <a:solidFill>
              <a:srgbClr val="51D5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 flipH="1">
            <a:off x="2293157" y="3383661"/>
            <a:ext cx="39342" cy="51273"/>
          </a:xfrm>
          <a:prstGeom prst="line">
            <a:avLst/>
          </a:prstGeom>
          <a:ln w="38100">
            <a:solidFill>
              <a:srgbClr val="51D5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 flipH="1">
            <a:off x="2256551" y="3434934"/>
            <a:ext cx="36606" cy="53261"/>
          </a:xfrm>
          <a:prstGeom prst="line">
            <a:avLst/>
          </a:prstGeom>
          <a:ln w="38100">
            <a:solidFill>
              <a:srgbClr val="51D5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 flipH="1">
            <a:off x="2222783" y="3488195"/>
            <a:ext cx="33768" cy="55105"/>
          </a:xfrm>
          <a:prstGeom prst="line">
            <a:avLst/>
          </a:prstGeom>
          <a:ln w="38100">
            <a:solidFill>
              <a:srgbClr val="51D5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 flipH="1">
            <a:off x="2191945" y="3543300"/>
            <a:ext cx="30838" cy="56795"/>
          </a:xfrm>
          <a:prstGeom prst="line">
            <a:avLst/>
          </a:prstGeom>
          <a:ln w="38100">
            <a:solidFill>
              <a:srgbClr val="51D5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 flipH="1">
            <a:off x="2164122" y="3600095"/>
            <a:ext cx="27823" cy="58333"/>
          </a:xfrm>
          <a:prstGeom prst="line">
            <a:avLst/>
          </a:prstGeom>
          <a:ln w="38100">
            <a:solidFill>
              <a:srgbClr val="51D5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 flipH="1">
            <a:off x="2139390" y="3658428"/>
            <a:ext cx="24732" cy="59708"/>
          </a:xfrm>
          <a:prstGeom prst="line">
            <a:avLst/>
          </a:prstGeom>
          <a:ln w="38100">
            <a:solidFill>
              <a:srgbClr val="51D5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 flipH="1">
            <a:off x="2117817" y="3718136"/>
            <a:ext cx="21573" cy="60921"/>
          </a:xfrm>
          <a:prstGeom prst="line">
            <a:avLst/>
          </a:prstGeom>
          <a:ln w="38100">
            <a:solidFill>
              <a:srgbClr val="51D5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 flipH="1">
            <a:off x="2099462" y="3779057"/>
            <a:ext cx="18355" cy="61966"/>
          </a:xfrm>
          <a:prstGeom prst="line">
            <a:avLst/>
          </a:prstGeom>
          <a:ln w="38100">
            <a:solidFill>
              <a:srgbClr val="51D5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 flipH="1">
            <a:off x="2084375" y="3841023"/>
            <a:ext cx="15087" cy="62842"/>
          </a:xfrm>
          <a:prstGeom prst="line">
            <a:avLst/>
          </a:prstGeom>
          <a:ln w="38100">
            <a:solidFill>
              <a:srgbClr val="51D5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 flipH="1">
            <a:off x="2072598" y="3903865"/>
            <a:ext cx="11777" cy="63546"/>
          </a:xfrm>
          <a:prstGeom prst="line">
            <a:avLst/>
          </a:prstGeom>
          <a:ln w="38100">
            <a:solidFill>
              <a:srgbClr val="51D5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 flipH="1">
            <a:off x="2064162" y="3967411"/>
            <a:ext cx="8436" cy="64074"/>
          </a:xfrm>
          <a:prstGeom prst="line">
            <a:avLst/>
          </a:prstGeom>
          <a:ln w="38100">
            <a:solidFill>
              <a:srgbClr val="51D5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 flipH="1">
            <a:off x="2059091" y="4031485"/>
            <a:ext cx="5071" cy="64429"/>
          </a:xfrm>
          <a:prstGeom prst="line">
            <a:avLst/>
          </a:prstGeom>
          <a:ln w="38100">
            <a:solidFill>
              <a:srgbClr val="51D5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 flipH="1">
            <a:off x="2057400" y="4095914"/>
            <a:ext cx="1691" cy="64605"/>
          </a:xfrm>
          <a:prstGeom prst="line">
            <a:avLst/>
          </a:prstGeom>
          <a:ln w="38100">
            <a:solidFill>
              <a:srgbClr val="51D5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>
            <a:off x="2057400" y="4160519"/>
            <a:ext cx="1691" cy="64606"/>
          </a:xfrm>
          <a:prstGeom prst="line">
            <a:avLst/>
          </a:prstGeom>
          <a:ln w="38100">
            <a:solidFill>
              <a:srgbClr val="51D5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>
            <a:off x="2059091" y="4225125"/>
            <a:ext cx="5071" cy="64429"/>
          </a:xfrm>
          <a:prstGeom prst="line">
            <a:avLst/>
          </a:prstGeom>
          <a:ln w="38100">
            <a:solidFill>
              <a:srgbClr val="51D5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>
            <a:off x="2064162" y="4289554"/>
            <a:ext cx="8436" cy="64074"/>
          </a:xfrm>
          <a:prstGeom prst="line">
            <a:avLst/>
          </a:prstGeom>
          <a:ln w="38100">
            <a:solidFill>
              <a:srgbClr val="51D5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>
            <a:off x="2072598" y="4353628"/>
            <a:ext cx="11777" cy="63546"/>
          </a:xfrm>
          <a:prstGeom prst="line">
            <a:avLst/>
          </a:prstGeom>
          <a:ln w="38100">
            <a:solidFill>
              <a:srgbClr val="51D5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>
            <a:off x="2084375" y="4417174"/>
            <a:ext cx="15087" cy="62842"/>
          </a:xfrm>
          <a:prstGeom prst="line">
            <a:avLst/>
          </a:prstGeom>
          <a:ln w="38100">
            <a:solidFill>
              <a:srgbClr val="51D5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>
            <a:off x="2099462" y="4480016"/>
            <a:ext cx="18355" cy="61966"/>
          </a:xfrm>
          <a:prstGeom prst="line">
            <a:avLst/>
          </a:prstGeom>
          <a:ln w="38100">
            <a:solidFill>
              <a:srgbClr val="51D5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>
            <a:off x="2117817" y="4541982"/>
            <a:ext cx="21573" cy="60921"/>
          </a:xfrm>
          <a:prstGeom prst="line">
            <a:avLst/>
          </a:prstGeom>
          <a:ln w="38100">
            <a:solidFill>
              <a:srgbClr val="51D5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/>
          <p:nvPr/>
        </p:nvCxnSpPr>
        <p:spPr>
          <a:xfrm>
            <a:off x="2139390" y="4602903"/>
            <a:ext cx="24732" cy="59708"/>
          </a:xfrm>
          <a:prstGeom prst="line">
            <a:avLst/>
          </a:prstGeom>
          <a:ln w="38100">
            <a:solidFill>
              <a:srgbClr val="51D5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>
            <a:off x="2164122" y="4662611"/>
            <a:ext cx="27823" cy="58333"/>
          </a:xfrm>
          <a:prstGeom prst="line">
            <a:avLst/>
          </a:prstGeom>
          <a:ln w="38100">
            <a:solidFill>
              <a:srgbClr val="51D5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>
            <a:off x="2191945" y="4720944"/>
            <a:ext cx="30838" cy="56796"/>
          </a:xfrm>
          <a:prstGeom prst="line">
            <a:avLst/>
          </a:prstGeom>
          <a:ln w="38100">
            <a:solidFill>
              <a:srgbClr val="51D5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80"/>
          <p:cNvCxnSpPr/>
          <p:nvPr/>
        </p:nvCxnSpPr>
        <p:spPr>
          <a:xfrm>
            <a:off x="2222783" y="4777740"/>
            <a:ext cx="33768" cy="55104"/>
          </a:xfrm>
          <a:prstGeom prst="line">
            <a:avLst/>
          </a:prstGeom>
          <a:ln w="38100">
            <a:solidFill>
              <a:srgbClr val="51D5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Connector 81"/>
          <p:cNvCxnSpPr/>
          <p:nvPr/>
        </p:nvCxnSpPr>
        <p:spPr>
          <a:xfrm>
            <a:off x="2256551" y="4832844"/>
            <a:ext cx="36606" cy="53261"/>
          </a:xfrm>
          <a:prstGeom prst="line">
            <a:avLst/>
          </a:prstGeom>
          <a:ln w="38100">
            <a:solidFill>
              <a:srgbClr val="51D5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Connector 82"/>
          <p:cNvCxnSpPr/>
          <p:nvPr/>
        </p:nvCxnSpPr>
        <p:spPr>
          <a:xfrm>
            <a:off x="2293157" y="4886105"/>
            <a:ext cx="39342" cy="51273"/>
          </a:xfrm>
          <a:prstGeom prst="line">
            <a:avLst/>
          </a:prstGeom>
          <a:ln w="38100">
            <a:solidFill>
              <a:srgbClr val="51D5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/>
          <p:nvPr/>
        </p:nvCxnSpPr>
        <p:spPr>
          <a:xfrm>
            <a:off x="2332499" y="4937378"/>
            <a:ext cx="41973" cy="49143"/>
          </a:xfrm>
          <a:prstGeom prst="line">
            <a:avLst/>
          </a:prstGeom>
          <a:ln w="38100">
            <a:solidFill>
              <a:srgbClr val="51D5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Connector 84"/>
          <p:cNvCxnSpPr/>
          <p:nvPr/>
        </p:nvCxnSpPr>
        <p:spPr>
          <a:xfrm>
            <a:off x="2374472" y="4986521"/>
            <a:ext cx="44487" cy="46879"/>
          </a:xfrm>
          <a:prstGeom prst="line">
            <a:avLst/>
          </a:prstGeom>
          <a:ln w="38100">
            <a:solidFill>
              <a:srgbClr val="51D5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Connector 85"/>
          <p:cNvCxnSpPr/>
          <p:nvPr/>
        </p:nvCxnSpPr>
        <p:spPr>
          <a:xfrm>
            <a:off x="2418959" y="5033400"/>
            <a:ext cx="46879" cy="44487"/>
          </a:xfrm>
          <a:prstGeom prst="line">
            <a:avLst/>
          </a:prstGeom>
          <a:ln w="38100">
            <a:solidFill>
              <a:srgbClr val="51D5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Connector 86"/>
          <p:cNvCxnSpPr/>
          <p:nvPr/>
        </p:nvCxnSpPr>
        <p:spPr>
          <a:xfrm>
            <a:off x="2465838" y="5077887"/>
            <a:ext cx="49143" cy="41973"/>
          </a:xfrm>
          <a:prstGeom prst="line">
            <a:avLst/>
          </a:prstGeom>
          <a:ln w="38100">
            <a:solidFill>
              <a:srgbClr val="51D5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Connector 87"/>
          <p:cNvCxnSpPr/>
          <p:nvPr/>
        </p:nvCxnSpPr>
        <p:spPr>
          <a:xfrm>
            <a:off x="2514981" y="5119860"/>
            <a:ext cx="51273" cy="39342"/>
          </a:xfrm>
          <a:prstGeom prst="line">
            <a:avLst/>
          </a:prstGeom>
          <a:ln w="38100">
            <a:solidFill>
              <a:srgbClr val="51D5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Connector 88"/>
          <p:cNvCxnSpPr/>
          <p:nvPr/>
        </p:nvCxnSpPr>
        <p:spPr>
          <a:xfrm>
            <a:off x="2566254" y="5159202"/>
            <a:ext cx="53261" cy="36606"/>
          </a:xfrm>
          <a:prstGeom prst="line">
            <a:avLst/>
          </a:prstGeom>
          <a:ln w="38100">
            <a:solidFill>
              <a:srgbClr val="51D5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Connector 89"/>
          <p:cNvCxnSpPr/>
          <p:nvPr/>
        </p:nvCxnSpPr>
        <p:spPr>
          <a:xfrm>
            <a:off x="2619515" y="5195808"/>
            <a:ext cx="55104" cy="33768"/>
          </a:xfrm>
          <a:prstGeom prst="line">
            <a:avLst/>
          </a:prstGeom>
          <a:ln w="38100">
            <a:solidFill>
              <a:srgbClr val="51D5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Connector 90"/>
          <p:cNvCxnSpPr/>
          <p:nvPr/>
        </p:nvCxnSpPr>
        <p:spPr>
          <a:xfrm>
            <a:off x="2674619" y="5229576"/>
            <a:ext cx="56796" cy="30838"/>
          </a:xfrm>
          <a:prstGeom prst="line">
            <a:avLst/>
          </a:prstGeom>
          <a:ln w="38100">
            <a:solidFill>
              <a:srgbClr val="51D5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Connector 91"/>
          <p:cNvCxnSpPr/>
          <p:nvPr/>
        </p:nvCxnSpPr>
        <p:spPr>
          <a:xfrm>
            <a:off x="2731415" y="5260414"/>
            <a:ext cx="58333" cy="27823"/>
          </a:xfrm>
          <a:prstGeom prst="line">
            <a:avLst/>
          </a:prstGeom>
          <a:ln w="38100">
            <a:solidFill>
              <a:srgbClr val="51D5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Connector 92"/>
          <p:cNvCxnSpPr/>
          <p:nvPr/>
        </p:nvCxnSpPr>
        <p:spPr>
          <a:xfrm>
            <a:off x="2789748" y="5288237"/>
            <a:ext cx="59708" cy="24732"/>
          </a:xfrm>
          <a:prstGeom prst="line">
            <a:avLst/>
          </a:prstGeom>
          <a:ln w="38100">
            <a:solidFill>
              <a:srgbClr val="51D5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Connector 93"/>
          <p:cNvCxnSpPr/>
          <p:nvPr/>
        </p:nvCxnSpPr>
        <p:spPr>
          <a:xfrm>
            <a:off x="2849456" y="5312969"/>
            <a:ext cx="60921" cy="21573"/>
          </a:xfrm>
          <a:prstGeom prst="line">
            <a:avLst/>
          </a:prstGeom>
          <a:ln w="38100">
            <a:solidFill>
              <a:srgbClr val="51D5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Connector 94"/>
          <p:cNvCxnSpPr/>
          <p:nvPr/>
        </p:nvCxnSpPr>
        <p:spPr>
          <a:xfrm>
            <a:off x="2910377" y="5334542"/>
            <a:ext cx="61966" cy="18355"/>
          </a:xfrm>
          <a:prstGeom prst="line">
            <a:avLst/>
          </a:prstGeom>
          <a:ln w="38100">
            <a:solidFill>
              <a:srgbClr val="51D5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Connector 95"/>
          <p:cNvCxnSpPr/>
          <p:nvPr/>
        </p:nvCxnSpPr>
        <p:spPr>
          <a:xfrm>
            <a:off x="2972343" y="5352897"/>
            <a:ext cx="62842" cy="15087"/>
          </a:xfrm>
          <a:prstGeom prst="line">
            <a:avLst/>
          </a:prstGeom>
          <a:ln w="38100">
            <a:solidFill>
              <a:srgbClr val="51D5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Connector 96"/>
          <p:cNvCxnSpPr/>
          <p:nvPr/>
        </p:nvCxnSpPr>
        <p:spPr>
          <a:xfrm>
            <a:off x="3035185" y="5367984"/>
            <a:ext cx="63546" cy="11777"/>
          </a:xfrm>
          <a:prstGeom prst="line">
            <a:avLst/>
          </a:prstGeom>
          <a:ln w="38100">
            <a:solidFill>
              <a:srgbClr val="51D5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Connector 97"/>
          <p:cNvCxnSpPr/>
          <p:nvPr/>
        </p:nvCxnSpPr>
        <p:spPr>
          <a:xfrm>
            <a:off x="3098731" y="5379761"/>
            <a:ext cx="64074" cy="8436"/>
          </a:xfrm>
          <a:prstGeom prst="line">
            <a:avLst/>
          </a:prstGeom>
          <a:ln w="38100">
            <a:solidFill>
              <a:srgbClr val="51D5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Connector 98"/>
          <p:cNvCxnSpPr/>
          <p:nvPr/>
        </p:nvCxnSpPr>
        <p:spPr>
          <a:xfrm>
            <a:off x="3162805" y="5388197"/>
            <a:ext cx="64429" cy="5071"/>
          </a:xfrm>
          <a:prstGeom prst="line">
            <a:avLst/>
          </a:prstGeom>
          <a:ln w="38100">
            <a:solidFill>
              <a:srgbClr val="51D5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Connector 99"/>
          <p:cNvCxnSpPr/>
          <p:nvPr/>
        </p:nvCxnSpPr>
        <p:spPr>
          <a:xfrm>
            <a:off x="3227234" y="5393268"/>
            <a:ext cx="64605" cy="1692"/>
          </a:xfrm>
          <a:prstGeom prst="line">
            <a:avLst/>
          </a:prstGeom>
          <a:ln w="38100">
            <a:solidFill>
              <a:srgbClr val="51D5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Connector 100"/>
          <p:cNvCxnSpPr/>
          <p:nvPr/>
        </p:nvCxnSpPr>
        <p:spPr>
          <a:xfrm flipV="1">
            <a:off x="3291839" y="5393268"/>
            <a:ext cx="64606" cy="1692"/>
          </a:xfrm>
          <a:prstGeom prst="line">
            <a:avLst/>
          </a:prstGeom>
          <a:ln w="38100">
            <a:solidFill>
              <a:srgbClr val="51D5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Connector 101"/>
          <p:cNvCxnSpPr/>
          <p:nvPr/>
        </p:nvCxnSpPr>
        <p:spPr>
          <a:xfrm flipV="1">
            <a:off x="3356445" y="5388197"/>
            <a:ext cx="64429" cy="5071"/>
          </a:xfrm>
          <a:prstGeom prst="line">
            <a:avLst/>
          </a:prstGeom>
          <a:ln w="38100">
            <a:solidFill>
              <a:srgbClr val="51D5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Connector 102"/>
          <p:cNvCxnSpPr/>
          <p:nvPr/>
        </p:nvCxnSpPr>
        <p:spPr>
          <a:xfrm flipV="1">
            <a:off x="3420874" y="5379761"/>
            <a:ext cx="64074" cy="8436"/>
          </a:xfrm>
          <a:prstGeom prst="line">
            <a:avLst/>
          </a:prstGeom>
          <a:ln w="38100">
            <a:solidFill>
              <a:srgbClr val="51D5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Connector 103"/>
          <p:cNvCxnSpPr/>
          <p:nvPr/>
        </p:nvCxnSpPr>
        <p:spPr>
          <a:xfrm flipV="1">
            <a:off x="3484948" y="5367984"/>
            <a:ext cx="63546" cy="11777"/>
          </a:xfrm>
          <a:prstGeom prst="line">
            <a:avLst/>
          </a:prstGeom>
          <a:ln w="38100">
            <a:solidFill>
              <a:srgbClr val="51D5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Connector 104"/>
          <p:cNvCxnSpPr/>
          <p:nvPr/>
        </p:nvCxnSpPr>
        <p:spPr>
          <a:xfrm flipV="1">
            <a:off x="3548494" y="5352897"/>
            <a:ext cx="62842" cy="15087"/>
          </a:xfrm>
          <a:prstGeom prst="line">
            <a:avLst/>
          </a:prstGeom>
          <a:ln w="38100">
            <a:solidFill>
              <a:srgbClr val="51D5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Connector 105"/>
          <p:cNvCxnSpPr/>
          <p:nvPr/>
        </p:nvCxnSpPr>
        <p:spPr>
          <a:xfrm flipV="1">
            <a:off x="3611336" y="5334542"/>
            <a:ext cx="61966" cy="18355"/>
          </a:xfrm>
          <a:prstGeom prst="line">
            <a:avLst/>
          </a:prstGeom>
          <a:ln w="38100">
            <a:solidFill>
              <a:srgbClr val="51D5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Connector 106"/>
          <p:cNvCxnSpPr/>
          <p:nvPr/>
        </p:nvCxnSpPr>
        <p:spPr>
          <a:xfrm flipV="1">
            <a:off x="3673302" y="5312969"/>
            <a:ext cx="60921" cy="21573"/>
          </a:xfrm>
          <a:prstGeom prst="line">
            <a:avLst/>
          </a:prstGeom>
          <a:ln w="38100">
            <a:solidFill>
              <a:srgbClr val="51D5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" name="Connector 107"/>
          <p:cNvCxnSpPr/>
          <p:nvPr/>
        </p:nvCxnSpPr>
        <p:spPr>
          <a:xfrm flipV="1">
            <a:off x="3734223" y="5288237"/>
            <a:ext cx="59708" cy="24732"/>
          </a:xfrm>
          <a:prstGeom prst="line">
            <a:avLst/>
          </a:prstGeom>
          <a:ln w="38100">
            <a:solidFill>
              <a:srgbClr val="51D5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Connector 108"/>
          <p:cNvCxnSpPr/>
          <p:nvPr/>
        </p:nvCxnSpPr>
        <p:spPr>
          <a:xfrm flipV="1">
            <a:off x="3793931" y="5260414"/>
            <a:ext cx="58333" cy="27823"/>
          </a:xfrm>
          <a:prstGeom prst="line">
            <a:avLst/>
          </a:prstGeom>
          <a:ln w="38100">
            <a:solidFill>
              <a:srgbClr val="51D5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" name="Connector 109"/>
          <p:cNvCxnSpPr/>
          <p:nvPr/>
        </p:nvCxnSpPr>
        <p:spPr>
          <a:xfrm flipV="1">
            <a:off x="3852264" y="5229576"/>
            <a:ext cx="56796" cy="30838"/>
          </a:xfrm>
          <a:prstGeom prst="line">
            <a:avLst/>
          </a:prstGeom>
          <a:ln w="38100">
            <a:solidFill>
              <a:srgbClr val="51D5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1" name="Connector 110"/>
          <p:cNvCxnSpPr/>
          <p:nvPr/>
        </p:nvCxnSpPr>
        <p:spPr>
          <a:xfrm flipV="1">
            <a:off x="3909060" y="5195808"/>
            <a:ext cx="55104" cy="33768"/>
          </a:xfrm>
          <a:prstGeom prst="line">
            <a:avLst/>
          </a:prstGeom>
          <a:ln w="38100">
            <a:solidFill>
              <a:srgbClr val="51D5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2" name="Connector 111"/>
          <p:cNvCxnSpPr/>
          <p:nvPr/>
        </p:nvCxnSpPr>
        <p:spPr>
          <a:xfrm flipV="1">
            <a:off x="3964164" y="5159202"/>
            <a:ext cx="53261" cy="36606"/>
          </a:xfrm>
          <a:prstGeom prst="line">
            <a:avLst/>
          </a:prstGeom>
          <a:ln w="38100">
            <a:solidFill>
              <a:srgbClr val="51D5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3" name="Connector 112"/>
          <p:cNvCxnSpPr/>
          <p:nvPr/>
        </p:nvCxnSpPr>
        <p:spPr>
          <a:xfrm flipV="1">
            <a:off x="4017425" y="5119860"/>
            <a:ext cx="51273" cy="39342"/>
          </a:xfrm>
          <a:prstGeom prst="line">
            <a:avLst/>
          </a:prstGeom>
          <a:ln w="38100">
            <a:solidFill>
              <a:srgbClr val="51D5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4" name="Connector 113"/>
          <p:cNvCxnSpPr/>
          <p:nvPr/>
        </p:nvCxnSpPr>
        <p:spPr>
          <a:xfrm flipV="1">
            <a:off x="4068698" y="5077887"/>
            <a:ext cx="49143" cy="41973"/>
          </a:xfrm>
          <a:prstGeom prst="line">
            <a:avLst/>
          </a:prstGeom>
          <a:ln w="38100">
            <a:solidFill>
              <a:srgbClr val="51D5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5" name="Connector 114"/>
          <p:cNvCxnSpPr/>
          <p:nvPr/>
        </p:nvCxnSpPr>
        <p:spPr>
          <a:xfrm flipV="1">
            <a:off x="4117841" y="5033400"/>
            <a:ext cx="46879" cy="44487"/>
          </a:xfrm>
          <a:prstGeom prst="line">
            <a:avLst/>
          </a:prstGeom>
          <a:ln w="38100">
            <a:solidFill>
              <a:srgbClr val="51D5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6" name="Connector 115"/>
          <p:cNvCxnSpPr/>
          <p:nvPr/>
        </p:nvCxnSpPr>
        <p:spPr>
          <a:xfrm flipV="1">
            <a:off x="4164720" y="4986521"/>
            <a:ext cx="44487" cy="46879"/>
          </a:xfrm>
          <a:prstGeom prst="line">
            <a:avLst/>
          </a:prstGeom>
          <a:ln w="38100">
            <a:solidFill>
              <a:srgbClr val="51D5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7" name="Connector 116"/>
          <p:cNvCxnSpPr/>
          <p:nvPr/>
        </p:nvCxnSpPr>
        <p:spPr>
          <a:xfrm flipV="1">
            <a:off x="4209207" y="4937378"/>
            <a:ext cx="41973" cy="49143"/>
          </a:xfrm>
          <a:prstGeom prst="line">
            <a:avLst/>
          </a:prstGeom>
          <a:ln w="38100">
            <a:solidFill>
              <a:srgbClr val="51D5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8" name="Connector 117"/>
          <p:cNvCxnSpPr/>
          <p:nvPr/>
        </p:nvCxnSpPr>
        <p:spPr>
          <a:xfrm flipV="1">
            <a:off x="4251180" y="4886105"/>
            <a:ext cx="39342" cy="51273"/>
          </a:xfrm>
          <a:prstGeom prst="line">
            <a:avLst/>
          </a:prstGeom>
          <a:ln w="38100">
            <a:solidFill>
              <a:srgbClr val="51D5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" name="Connector 118"/>
          <p:cNvCxnSpPr/>
          <p:nvPr/>
        </p:nvCxnSpPr>
        <p:spPr>
          <a:xfrm flipV="1">
            <a:off x="4290522" y="4832844"/>
            <a:ext cx="36606" cy="53261"/>
          </a:xfrm>
          <a:prstGeom prst="line">
            <a:avLst/>
          </a:prstGeom>
          <a:ln w="38100">
            <a:solidFill>
              <a:srgbClr val="51D5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0" name="Connector 119"/>
          <p:cNvCxnSpPr/>
          <p:nvPr/>
        </p:nvCxnSpPr>
        <p:spPr>
          <a:xfrm flipV="1">
            <a:off x="4327128" y="4777740"/>
            <a:ext cx="33768" cy="55104"/>
          </a:xfrm>
          <a:prstGeom prst="line">
            <a:avLst/>
          </a:prstGeom>
          <a:ln w="38100">
            <a:solidFill>
              <a:srgbClr val="51D5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1" name="Connector 120"/>
          <p:cNvCxnSpPr/>
          <p:nvPr/>
        </p:nvCxnSpPr>
        <p:spPr>
          <a:xfrm flipV="1">
            <a:off x="4360896" y="4720944"/>
            <a:ext cx="30838" cy="56796"/>
          </a:xfrm>
          <a:prstGeom prst="line">
            <a:avLst/>
          </a:prstGeom>
          <a:ln w="38100">
            <a:solidFill>
              <a:srgbClr val="51D5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2" name="Connector 121"/>
          <p:cNvCxnSpPr/>
          <p:nvPr/>
        </p:nvCxnSpPr>
        <p:spPr>
          <a:xfrm flipV="1">
            <a:off x="4391734" y="4662611"/>
            <a:ext cx="27823" cy="58333"/>
          </a:xfrm>
          <a:prstGeom prst="line">
            <a:avLst/>
          </a:prstGeom>
          <a:ln w="38100">
            <a:solidFill>
              <a:srgbClr val="51D5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3" name="Connector 122"/>
          <p:cNvCxnSpPr/>
          <p:nvPr/>
        </p:nvCxnSpPr>
        <p:spPr>
          <a:xfrm flipV="1">
            <a:off x="4419557" y="4602903"/>
            <a:ext cx="24732" cy="59708"/>
          </a:xfrm>
          <a:prstGeom prst="line">
            <a:avLst/>
          </a:prstGeom>
          <a:ln w="38100">
            <a:solidFill>
              <a:srgbClr val="51D5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4" name="Connector 123"/>
          <p:cNvCxnSpPr/>
          <p:nvPr/>
        </p:nvCxnSpPr>
        <p:spPr>
          <a:xfrm flipV="1">
            <a:off x="4444289" y="4541982"/>
            <a:ext cx="21573" cy="60921"/>
          </a:xfrm>
          <a:prstGeom prst="line">
            <a:avLst/>
          </a:prstGeom>
          <a:ln w="38100">
            <a:solidFill>
              <a:srgbClr val="51D5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5" name="Connector 124"/>
          <p:cNvCxnSpPr/>
          <p:nvPr/>
        </p:nvCxnSpPr>
        <p:spPr>
          <a:xfrm flipV="1">
            <a:off x="4465862" y="4480016"/>
            <a:ext cx="18355" cy="61966"/>
          </a:xfrm>
          <a:prstGeom prst="line">
            <a:avLst/>
          </a:prstGeom>
          <a:ln w="38100">
            <a:solidFill>
              <a:srgbClr val="51D5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6" name="Connector 125"/>
          <p:cNvCxnSpPr/>
          <p:nvPr/>
        </p:nvCxnSpPr>
        <p:spPr>
          <a:xfrm flipV="1">
            <a:off x="4484217" y="4417174"/>
            <a:ext cx="15087" cy="62842"/>
          </a:xfrm>
          <a:prstGeom prst="line">
            <a:avLst/>
          </a:prstGeom>
          <a:ln w="38100">
            <a:solidFill>
              <a:srgbClr val="51D5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7" name="Connector 126"/>
          <p:cNvCxnSpPr/>
          <p:nvPr/>
        </p:nvCxnSpPr>
        <p:spPr>
          <a:xfrm flipV="1">
            <a:off x="4499304" y="4353628"/>
            <a:ext cx="11777" cy="63546"/>
          </a:xfrm>
          <a:prstGeom prst="line">
            <a:avLst/>
          </a:prstGeom>
          <a:ln w="38100">
            <a:solidFill>
              <a:srgbClr val="51D5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8" name="Connector 127"/>
          <p:cNvCxnSpPr/>
          <p:nvPr/>
        </p:nvCxnSpPr>
        <p:spPr>
          <a:xfrm flipV="1">
            <a:off x="4511081" y="4289554"/>
            <a:ext cx="8436" cy="64074"/>
          </a:xfrm>
          <a:prstGeom prst="line">
            <a:avLst/>
          </a:prstGeom>
          <a:ln w="38100">
            <a:solidFill>
              <a:srgbClr val="51D5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9" name="Connector 128"/>
          <p:cNvCxnSpPr/>
          <p:nvPr/>
        </p:nvCxnSpPr>
        <p:spPr>
          <a:xfrm flipV="1">
            <a:off x="4519517" y="4225125"/>
            <a:ext cx="5071" cy="64429"/>
          </a:xfrm>
          <a:prstGeom prst="line">
            <a:avLst/>
          </a:prstGeom>
          <a:ln w="38100">
            <a:solidFill>
              <a:srgbClr val="51D5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0" name="Connector 129"/>
          <p:cNvCxnSpPr/>
          <p:nvPr/>
        </p:nvCxnSpPr>
        <p:spPr>
          <a:xfrm flipV="1">
            <a:off x="4524588" y="4160520"/>
            <a:ext cx="1692" cy="64605"/>
          </a:xfrm>
          <a:prstGeom prst="line">
            <a:avLst/>
          </a:prstGeom>
          <a:ln w="38100">
            <a:solidFill>
              <a:srgbClr val="51D5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1" name="Connector 130"/>
          <p:cNvCxnSpPr/>
          <p:nvPr/>
        </p:nvCxnSpPr>
        <p:spPr>
          <a:xfrm flipH="1" flipV="1">
            <a:off x="3291840" y="2926079"/>
            <a:ext cx="256654" cy="26976"/>
          </a:xfrm>
          <a:prstGeom prst="line">
            <a:avLst/>
          </a:prstGeom>
          <a:ln w="38100">
            <a:solidFill>
              <a:srgbClr val="51D5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2" name="Connector 131"/>
          <p:cNvCxnSpPr/>
          <p:nvPr/>
        </p:nvCxnSpPr>
        <p:spPr>
          <a:xfrm flipV="1">
            <a:off x="3291840" y="2865751"/>
            <a:ext cx="153137" cy="60328"/>
          </a:xfrm>
          <a:prstGeom prst="line">
            <a:avLst/>
          </a:prstGeom>
          <a:ln w="38100">
            <a:solidFill>
              <a:srgbClr val="51D5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3" name="Connector 132"/>
          <p:cNvCxnSpPr/>
          <p:nvPr/>
        </p:nvCxnSpPr>
        <p:spPr>
          <a:xfrm>
            <a:off x="3291840" y="2926079"/>
            <a:ext cx="137247" cy="90850"/>
          </a:xfrm>
          <a:prstGeom prst="line">
            <a:avLst/>
          </a:prstGeom>
          <a:ln w="38100">
            <a:solidFill>
              <a:srgbClr val="51D5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4" name="Oval 133"/>
          <p:cNvSpPr/>
          <p:nvPr/>
        </p:nvSpPr>
        <p:spPr>
          <a:xfrm>
            <a:off x="4471416" y="4105656"/>
            <a:ext cx="109728" cy="109728"/>
          </a:xfrm>
          <a:prstGeom prst="ellipse">
            <a:avLst/>
          </a:prstGeom>
          <a:solidFill>
            <a:srgbClr val="FFBE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35" name="Connector 134"/>
          <p:cNvCxnSpPr/>
          <p:nvPr/>
        </p:nvCxnSpPr>
        <p:spPr>
          <a:xfrm>
            <a:off x="3291840" y="4160520"/>
            <a:ext cx="1234440" cy="0"/>
          </a:xfrm>
          <a:prstGeom prst="line">
            <a:avLst/>
          </a:prstGeom>
          <a:ln w="12700">
            <a:solidFill>
              <a:srgbClr val="B4C4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6" name="TextBox 135"/>
          <p:cNvSpPr txBox="1"/>
          <p:nvPr/>
        </p:nvSpPr>
        <p:spPr>
          <a:xfrm>
            <a:off x="2724912" y="4352544"/>
            <a:ext cx="5303520" cy="2819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2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51D5BF"/>
                </a:solidFill>
                <a:latin typeface="Arial"/>
              </a:defRPr>
            </a:pPr>
            <a:r>
              <a:t>R = 1 m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1280160" y="5577840"/>
            <a:ext cx="4846320" cy="2819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2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B4C4D5"/>
                </a:solidFill>
                <a:latin typeface="Arial"/>
              </a:defRPr>
            </a:pPr>
            <a:r>
              <a:t>Robot-centre radius; wheel paths differ.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6446520" y="2880360"/>
            <a:ext cx="5120640" cy="36449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470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4F7FA"/>
                </a:solidFill>
                <a:latin typeface="Arial"/>
              </a:defRPr>
            </a:pPr>
            <a:r>
              <a:t>What it tells you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6446520" y="3209544"/>
            <a:ext cx="5120640" cy="3149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080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B4C4D5"/>
                </a:solidFill>
                <a:latin typeface="Arial"/>
              </a:defRPr>
            </a:pPr>
            <a:r>
              <a:t>Wheel-speed ratio and radius consistency.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6446520" y="3621024"/>
            <a:ext cx="5120640" cy="36449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470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4F7FA"/>
                </a:solidFill>
                <a:latin typeface="Arial"/>
              </a:defRPr>
            </a:pPr>
            <a:r>
              <a:t>Default motion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6446520" y="3950208"/>
            <a:ext cx="5120640" cy="3149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080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B4C4D5"/>
                </a:solidFill>
                <a:latin typeface="Arial"/>
              </a:defRPr>
            </a:pPr>
            <a:r>
              <a:t>Radius 1 m; 3 laps; about 64 s per lap.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6446520" y="4361688"/>
            <a:ext cx="5120640" cy="36449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470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4F7FA"/>
                </a:solidFill>
                <a:latin typeface="Arial"/>
              </a:defRPr>
            </a:pPr>
            <a:r>
              <a:t>Motion relationship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6446520" y="4690872"/>
            <a:ext cx="5120640" cy="3149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080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B4C4D5"/>
                </a:solidFill>
                <a:latin typeface="Arial"/>
              </a:defRPr>
            </a:pPr>
            <a:r>
              <a:t>v = radius x angular speed; limits apply.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6446520" y="5102352"/>
            <a:ext cx="5120640" cy="36449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470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4F7FA"/>
                </a:solidFill>
                <a:latin typeface="Arial"/>
              </a:defRPr>
            </a:pPr>
            <a:r>
              <a:t>How it finishes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6446520" y="5431536"/>
            <a:ext cx="5120640" cy="3149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080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B4C4D5"/>
                </a:solidFill>
                <a:latin typeface="Arial"/>
              </a:defRPr>
            </a:pPr>
            <a:r>
              <a:t>Accumulated yaw reaches 360 deg, then stop.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101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11480" y="384048"/>
            <a:ext cx="109728" cy="219456"/>
          </a:xfrm>
          <a:prstGeom prst="rect">
            <a:avLst/>
          </a:prstGeom>
          <a:solidFill>
            <a:srgbClr val="51D5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56616"/>
            <a:ext cx="10058400" cy="2324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3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51D5BF"/>
                </a:solidFill>
                <a:latin typeface="Arial"/>
              </a:defRPr>
            </a:pPr>
            <a:r>
              <a:t>06 / SQUARE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850392"/>
            <a:ext cx="10972800" cy="5791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4160"/>
              </a:lnSpc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F4F7FA"/>
                </a:solidFill>
                <a:latin typeface="Arial"/>
              </a:defRPr>
            </a:pPr>
            <a:r>
              <a:t>Square: expose accumulated error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1499616"/>
            <a:ext cx="10972800" cy="3149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080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B4C4D5"/>
                </a:solidFill>
                <a:latin typeface="Arial"/>
              </a:defRPr>
            </a:pPr>
            <a:r>
              <a:t>One repetition = four forward sides and four stationary 90-degree turns.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473952"/>
            <a:ext cx="9144000" cy="2159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B4C4D5"/>
                </a:solidFill>
                <a:latin typeface="Arial"/>
              </a:defRPr>
            </a:pPr>
            <a:r>
              <a:t>motor_control_g4dual  /  TEST PATTERNS v3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46520"/>
            <a:ext cx="594360" cy="2654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690"/>
              </a:lnSpc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51D5BF"/>
                </a:solidFill>
                <a:latin typeface="Arial"/>
              </a:defRPr>
            </a:pPr>
            <a:r>
              <a:t>07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" y="1947672"/>
            <a:ext cx="10972800" cy="603504"/>
          </a:xfrm>
          <a:prstGeom prst="rect">
            <a:avLst/>
          </a:prstGeom>
          <a:solidFill>
            <a:srgbClr val="192C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2093976"/>
            <a:ext cx="10515600" cy="381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51D5BF"/>
                </a:solidFill>
                <a:latin typeface="Courier New"/>
              </a:defRPr>
            </a:pPr>
            <a:r>
              <a:t>aic mc tp square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828800" y="5166360"/>
            <a:ext cx="2834640" cy="0"/>
          </a:xfrm>
          <a:prstGeom prst="line">
            <a:avLst/>
          </a:prstGeom>
          <a:ln w="38100">
            <a:solidFill>
              <a:srgbClr val="51D5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H="1">
            <a:off x="4517447" y="5166360"/>
            <a:ext cx="145993" cy="76005"/>
          </a:xfrm>
          <a:prstGeom prst="line">
            <a:avLst/>
          </a:prstGeom>
          <a:ln w="38100">
            <a:solidFill>
              <a:srgbClr val="51D5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H="1" flipV="1">
            <a:off x="4517447" y="5090354"/>
            <a:ext cx="145993" cy="76006"/>
          </a:xfrm>
          <a:prstGeom prst="line">
            <a:avLst/>
          </a:prstGeom>
          <a:ln w="38100">
            <a:solidFill>
              <a:srgbClr val="51D5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V="1">
            <a:off x="4663440" y="3063240"/>
            <a:ext cx="0" cy="2103120"/>
          </a:xfrm>
          <a:prstGeom prst="line">
            <a:avLst/>
          </a:prstGeom>
          <a:ln w="38100">
            <a:solidFill>
              <a:srgbClr val="51D5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4663440" y="3063240"/>
            <a:ext cx="76005" cy="145992"/>
          </a:xfrm>
          <a:prstGeom prst="line">
            <a:avLst/>
          </a:prstGeom>
          <a:ln w="38100">
            <a:solidFill>
              <a:srgbClr val="51D5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H="1">
            <a:off x="4587434" y="3063240"/>
            <a:ext cx="76006" cy="145992"/>
          </a:xfrm>
          <a:prstGeom prst="line">
            <a:avLst/>
          </a:prstGeom>
          <a:ln w="38100">
            <a:solidFill>
              <a:srgbClr val="51D5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H="1">
            <a:off x="1828800" y="3063240"/>
            <a:ext cx="2834640" cy="0"/>
          </a:xfrm>
          <a:prstGeom prst="line">
            <a:avLst/>
          </a:prstGeom>
          <a:ln w="38100">
            <a:solidFill>
              <a:srgbClr val="51D5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V="1">
            <a:off x="1828800" y="2987234"/>
            <a:ext cx="145992" cy="76006"/>
          </a:xfrm>
          <a:prstGeom prst="line">
            <a:avLst/>
          </a:prstGeom>
          <a:ln w="38100">
            <a:solidFill>
              <a:srgbClr val="51D5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1828800" y="3063240"/>
            <a:ext cx="145992" cy="76005"/>
          </a:xfrm>
          <a:prstGeom prst="line">
            <a:avLst/>
          </a:prstGeom>
          <a:ln w="38100">
            <a:solidFill>
              <a:srgbClr val="51D5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1828800" y="3063240"/>
            <a:ext cx="0" cy="2103120"/>
          </a:xfrm>
          <a:prstGeom prst="line">
            <a:avLst/>
          </a:prstGeom>
          <a:ln w="38100">
            <a:solidFill>
              <a:srgbClr val="51D5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H="1" flipV="1">
            <a:off x="1752794" y="5020367"/>
            <a:ext cx="76006" cy="145993"/>
          </a:xfrm>
          <a:prstGeom prst="line">
            <a:avLst/>
          </a:prstGeom>
          <a:ln w="38100">
            <a:solidFill>
              <a:srgbClr val="51D5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V="1">
            <a:off x="1828800" y="5020367"/>
            <a:ext cx="76005" cy="145993"/>
          </a:xfrm>
          <a:prstGeom prst="line">
            <a:avLst/>
          </a:prstGeom>
          <a:ln w="38100">
            <a:solidFill>
              <a:srgbClr val="51D5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Oval 22"/>
          <p:cNvSpPr/>
          <p:nvPr/>
        </p:nvSpPr>
        <p:spPr>
          <a:xfrm>
            <a:off x="1773936" y="5111496"/>
            <a:ext cx="109728" cy="109728"/>
          </a:xfrm>
          <a:prstGeom prst="ellipse">
            <a:avLst/>
          </a:prstGeom>
          <a:solidFill>
            <a:srgbClr val="FFBE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4608576" y="5111496"/>
            <a:ext cx="109728" cy="109728"/>
          </a:xfrm>
          <a:prstGeom prst="ellipse">
            <a:avLst/>
          </a:prstGeom>
          <a:solidFill>
            <a:srgbClr val="FFBE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4608576" y="3008376"/>
            <a:ext cx="109728" cy="109728"/>
          </a:xfrm>
          <a:prstGeom prst="ellipse">
            <a:avLst/>
          </a:prstGeom>
          <a:solidFill>
            <a:srgbClr val="FFBE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773936" y="3008376"/>
            <a:ext cx="109728" cy="109728"/>
          </a:xfrm>
          <a:prstGeom prst="ellipse">
            <a:avLst/>
          </a:prstGeom>
          <a:solidFill>
            <a:srgbClr val="FFBE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377440" y="3794760"/>
            <a:ext cx="5303520" cy="2819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2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51D5BF"/>
                </a:solidFill>
                <a:latin typeface="Arial"/>
              </a:defRPr>
            </a:pPr>
            <a:r>
              <a:t>1 m / side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423160" y="4270248"/>
            <a:ext cx="2468880" cy="33147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210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B4C4D5"/>
                </a:solidFill>
                <a:latin typeface="Arial"/>
              </a:defRPr>
            </a:pPr>
            <a:r>
              <a:t>8 segments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15568" y="5577840"/>
            <a:ext cx="5166360" cy="2819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2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B4C4D5"/>
                </a:solidFill>
                <a:latin typeface="Arial"/>
              </a:defRPr>
            </a:pPr>
            <a:r>
              <a:t>Stop after every line and turn; schematic only.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46520" y="2880360"/>
            <a:ext cx="5120640" cy="36449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470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4F7FA"/>
                </a:solidFill>
                <a:latin typeface="Arial"/>
              </a:defRPr>
            </a:pPr>
            <a:r>
              <a:t>What it tells you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46520" y="3209544"/>
            <a:ext cx="5120640" cy="3149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080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B4C4D5"/>
                </a:solidFill>
                <a:latin typeface="Arial"/>
              </a:defRPr>
            </a:pPr>
            <a:r>
              <a:t>Distance, turn and stop errors accumulate.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46520" y="3621024"/>
            <a:ext cx="5120640" cy="36449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470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4F7FA"/>
                </a:solidFill>
                <a:latin typeface="Arial"/>
              </a:defRPr>
            </a:pPr>
            <a:r>
              <a:t>Default motion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46520" y="3950208"/>
            <a:ext cx="5120640" cy="3149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080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B4C4D5"/>
                </a:solidFill>
                <a:latin typeface="Arial"/>
              </a:defRPr>
            </a:pPr>
            <a:r>
              <a:t>1 m sides; counterclockwise; 3 squares.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46520" y="4361688"/>
            <a:ext cx="5120640" cy="36449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470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4F7FA"/>
                </a:solidFill>
                <a:latin typeface="Arial"/>
              </a:defRPr>
            </a:pPr>
            <a:r>
              <a:t>Fixed corners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46520" y="4690872"/>
            <a:ext cx="5120640" cy="3149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080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B4C4D5"/>
                </a:solidFill>
                <a:latin typeface="Arial"/>
              </a:defRPr>
            </a:pPr>
            <a:r>
              <a:t>Always 90 deg; angle_deg only affects rotate.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46520" y="5102352"/>
            <a:ext cx="5120640" cy="36449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470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4F7FA"/>
                </a:solidFill>
                <a:latin typeface="Arial"/>
              </a:defRPr>
            </a:pPr>
            <a:r>
              <a:t>How it finishes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46520" y="5431536"/>
            <a:ext cx="5120640" cy="3149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080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B4C4D5"/>
                </a:solidFill>
                <a:latin typeface="Arial"/>
              </a:defRPr>
            </a:pPr>
            <a:r>
              <a:t>Includes the last turn toward the start heading.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101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11480" y="384048"/>
            <a:ext cx="109728" cy="219456"/>
          </a:xfrm>
          <a:prstGeom prst="rect">
            <a:avLst/>
          </a:prstGeom>
          <a:solidFill>
            <a:srgbClr val="51D5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56616"/>
            <a:ext cx="10058400" cy="2324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3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51D5BF"/>
                </a:solidFill>
                <a:latin typeface="Arial"/>
              </a:defRPr>
            </a:pPr>
            <a:r>
              <a:t>07 / S CURVE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850392"/>
            <a:ext cx="10972800" cy="5791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4160"/>
              </a:lnSpc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F4F7FA"/>
                </a:solidFill>
                <a:latin typeface="Arial"/>
              </a:defRPr>
            </a:pPr>
            <a:r>
              <a:t>Smooth S: test transition and 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1499616"/>
            <a:ext cx="10972800" cy="3149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080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B4C4D5"/>
                </a:solidFill>
                <a:latin typeface="Arial"/>
              </a:defRPr>
            </a:pPr>
            <a:r>
              <a:t>One repetition = a continuous left/right bend; stop only at the end.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473952"/>
            <a:ext cx="9144000" cy="2159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B4C4D5"/>
                </a:solidFill>
                <a:latin typeface="Arial"/>
              </a:defRPr>
            </a:pPr>
            <a:r>
              <a:t>motor_control_g4dual  /  TEST PATTERNS v3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46520"/>
            <a:ext cx="594360" cy="2654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690"/>
              </a:lnSpc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51D5BF"/>
                </a:solidFill>
                <a:latin typeface="Arial"/>
              </a:defRPr>
            </a:pPr>
            <a:r>
              <a:t>08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" y="1947672"/>
            <a:ext cx="10972800" cy="603504"/>
          </a:xfrm>
          <a:prstGeom prst="rect">
            <a:avLst/>
          </a:prstGeom>
          <a:solidFill>
            <a:srgbClr val="192C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2093976"/>
            <a:ext cx="10515600" cy="381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51D5BF"/>
                </a:solidFill>
                <a:latin typeface="Courier New"/>
              </a:defRPr>
            </a:pPr>
            <a:r>
              <a:t>aic mc tp s</a:t>
            </a:r>
          </a:p>
        </p:txBody>
      </p:sp>
      <p:cxnSp>
        <p:nvCxnSpPr>
          <p:cNvPr id="11" name="Connector 10"/>
          <p:cNvCxnSpPr/>
          <p:nvPr/>
        </p:nvCxnSpPr>
        <p:spPr>
          <a:xfrm flipV="1">
            <a:off x="1325880" y="5486399"/>
            <a:ext cx="18287" cy="1"/>
          </a:xfrm>
          <a:prstGeom prst="line">
            <a:avLst/>
          </a:prstGeom>
          <a:ln w="38100">
            <a:solidFill>
              <a:srgbClr val="51D5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V="1">
            <a:off x="1344167" y="5486395"/>
            <a:ext cx="18288" cy="4"/>
          </a:xfrm>
          <a:prstGeom prst="line">
            <a:avLst/>
          </a:prstGeom>
          <a:ln w="38100">
            <a:solidFill>
              <a:srgbClr val="51D5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V="1">
            <a:off x="1362455" y="5486383"/>
            <a:ext cx="18288" cy="12"/>
          </a:xfrm>
          <a:prstGeom prst="line">
            <a:avLst/>
          </a:prstGeom>
          <a:ln w="38100">
            <a:solidFill>
              <a:srgbClr val="51D5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V="1">
            <a:off x="1380743" y="5486360"/>
            <a:ext cx="18288" cy="23"/>
          </a:xfrm>
          <a:prstGeom prst="line">
            <a:avLst/>
          </a:prstGeom>
          <a:ln w="38100">
            <a:solidFill>
              <a:srgbClr val="51D5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V="1">
            <a:off x="1399031" y="5486322"/>
            <a:ext cx="18288" cy="38"/>
          </a:xfrm>
          <a:prstGeom prst="line">
            <a:avLst/>
          </a:prstGeom>
          <a:ln w="38100">
            <a:solidFill>
              <a:srgbClr val="51D5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V="1">
            <a:off x="1417319" y="5486266"/>
            <a:ext cx="18288" cy="56"/>
          </a:xfrm>
          <a:prstGeom prst="line">
            <a:avLst/>
          </a:prstGeom>
          <a:ln w="38100">
            <a:solidFill>
              <a:srgbClr val="51D5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1435607" y="5486187"/>
            <a:ext cx="18288" cy="79"/>
          </a:xfrm>
          <a:prstGeom prst="line">
            <a:avLst/>
          </a:prstGeom>
          <a:ln w="38100">
            <a:solidFill>
              <a:srgbClr val="51D5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V="1">
            <a:off x="1453895" y="5486082"/>
            <a:ext cx="18287" cy="105"/>
          </a:xfrm>
          <a:prstGeom prst="line">
            <a:avLst/>
          </a:prstGeom>
          <a:ln w="38100">
            <a:solidFill>
              <a:srgbClr val="51D5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V="1">
            <a:off x="1472182" y="5485947"/>
            <a:ext cx="18287" cy="135"/>
          </a:xfrm>
          <a:prstGeom prst="line">
            <a:avLst/>
          </a:prstGeom>
          <a:ln w="38100">
            <a:solidFill>
              <a:srgbClr val="51D5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V="1">
            <a:off x="1490469" y="5485778"/>
            <a:ext cx="18287" cy="169"/>
          </a:xfrm>
          <a:prstGeom prst="line">
            <a:avLst/>
          </a:prstGeom>
          <a:ln w="38100">
            <a:solidFill>
              <a:srgbClr val="51D5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V="1">
            <a:off x="1508756" y="5485573"/>
            <a:ext cx="18286" cy="205"/>
          </a:xfrm>
          <a:prstGeom prst="line">
            <a:avLst/>
          </a:prstGeom>
          <a:ln w="38100">
            <a:solidFill>
              <a:srgbClr val="51D5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V="1">
            <a:off x="1527042" y="5485326"/>
            <a:ext cx="18285" cy="247"/>
          </a:xfrm>
          <a:prstGeom prst="line">
            <a:avLst/>
          </a:prstGeom>
          <a:ln w="38100">
            <a:solidFill>
              <a:srgbClr val="51D5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V="1">
            <a:off x="1545327" y="5485035"/>
            <a:ext cx="18283" cy="291"/>
          </a:xfrm>
          <a:prstGeom prst="line">
            <a:avLst/>
          </a:prstGeom>
          <a:ln w="38100">
            <a:solidFill>
              <a:srgbClr val="51D5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V="1">
            <a:off x="1563610" y="5484696"/>
            <a:ext cx="18283" cy="339"/>
          </a:xfrm>
          <a:prstGeom prst="line">
            <a:avLst/>
          </a:prstGeom>
          <a:ln w="38100">
            <a:solidFill>
              <a:srgbClr val="51D5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V="1">
            <a:off x="1581893" y="5484306"/>
            <a:ext cx="18280" cy="390"/>
          </a:xfrm>
          <a:prstGeom prst="line">
            <a:avLst/>
          </a:prstGeom>
          <a:ln w="38100">
            <a:solidFill>
              <a:srgbClr val="51D5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V="1">
            <a:off x="1600173" y="5483860"/>
            <a:ext cx="18278" cy="446"/>
          </a:xfrm>
          <a:prstGeom prst="line">
            <a:avLst/>
          </a:prstGeom>
          <a:ln w="38100">
            <a:solidFill>
              <a:srgbClr val="51D5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V="1">
            <a:off x="1618451" y="5483355"/>
            <a:ext cx="18275" cy="505"/>
          </a:xfrm>
          <a:prstGeom prst="line">
            <a:avLst/>
          </a:prstGeom>
          <a:ln w="38100">
            <a:solidFill>
              <a:srgbClr val="51D5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V="1">
            <a:off x="1636726" y="5482788"/>
            <a:ext cx="18271" cy="567"/>
          </a:xfrm>
          <a:prstGeom prst="line">
            <a:avLst/>
          </a:prstGeom>
          <a:ln w="38100">
            <a:solidFill>
              <a:srgbClr val="51D5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 flipV="1">
            <a:off x="1654997" y="5482156"/>
            <a:ext cx="18268" cy="632"/>
          </a:xfrm>
          <a:prstGeom prst="line">
            <a:avLst/>
          </a:prstGeom>
          <a:ln w="38100">
            <a:solidFill>
              <a:srgbClr val="51D5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 flipV="1">
            <a:off x="1673265" y="5481454"/>
            <a:ext cx="18263" cy="702"/>
          </a:xfrm>
          <a:prstGeom prst="line">
            <a:avLst/>
          </a:prstGeom>
          <a:ln w="38100">
            <a:solidFill>
              <a:srgbClr val="51D5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 flipV="1">
            <a:off x="1691528" y="5480679"/>
            <a:ext cx="18257" cy="775"/>
          </a:xfrm>
          <a:prstGeom prst="line">
            <a:avLst/>
          </a:prstGeom>
          <a:ln w="38100">
            <a:solidFill>
              <a:srgbClr val="51D5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 flipV="1">
            <a:off x="1709785" y="5479829"/>
            <a:ext cx="18252" cy="850"/>
          </a:xfrm>
          <a:prstGeom prst="line">
            <a:avLst/>
          </a:prstGeom>
          <a:ln w="38100">
            <a:solidFill>
              <a:srgbClr val="51D5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 flipV="1">
            <a:off x="1728037" y="5478899"/>
            <a:ext cx="18244" cy="930"/>
          </a:xfrm>
          <a:prstGeom prst="line">
            <a:avLst/>
          </a:prstGeom>
          <a:ln w="38100">
            <a:solidFill>
              <a:srgbClr val="51D5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 flipV="1">
            <a:off x="1746281" y="5477886"/>
            <a:ext cx="18235" cy="1013"/>
          </a:xfrm>
          <a:prstGeom prst="line">
            <a:avLst/>
          </a:prstGeom>
          <a:ln w="38100">
            <a:solidFill>
              <a:srgbClr val="51D5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 flipV="1">
            <a:off x="1764516" y="5476788"/>
            <a:ext cx="18227" cy="1098"/>
          </a:xfrm>
          <a:prstGeom prst="line">
            <a:avLst/>
          </a:prstGeom>
          <a:ln w="38100">
            <a:solidFill>
              <a:srgbClr val="51D5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 flipV="1">
            <a:off x="1782743" y="5475601"/>
            <a:ext cx="18216" cy="1187"/>
          </a:xfrm>
          <a:prstGeom prst="line">
            <a:avLst/>
          </a:prstGeom>
          <a:ln w="38100">
            <a:solidFill>
              <a:srgbClr val="51D5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 flipV="1">
            <a:off x="1800959" y="5474321"/>
            <a:ext cx="18205" cy="1280"/>
          </a:xfrm>
          <a:prstGeom prst="line">
            <a:avLst/>
          </a:prstGeom>
          <a:ln w="38100">
            <a:solidFill>
              <a:srgbClr val="51D5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 flipV="1">
            <a:off x="1819164" y="5472946"/>
            <a:ext cx="18191" cy="1375"/>
          </a:xfrm>
          <a:prstGeom prst="line">
            <a:avLst/>
          </a:prstGeom>
          <a:ln w="38100">
            <a:solidFill>
              <a:srgbClr val="51D5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 flipV="1">
            <a:off x="1837355" y="5471473"/>
            <a:ext cx="18178" cy="1473"/>
          </a:xfrm>
          <a:prstGeom prst="line">
            <a:avLst/>
          </a:prstGeom>
          <a:ln w="38100">
            <a:solidFill>
              <a:srgbClr val="51D5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 flipV="1">
            <a:off x="1855533" y="5469898"/>
            <a:ext cx="18161" cy="1575"/>
          </a:xfrm>
          <a:prstGeom prst="line">
            <a:avLst/>
          </a:prstGeom>
          <a:ln w="38100">
            <a:solidFill>
              <a:srgbClr val="51D5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 flipV="1">
            <a:off x="1873694" y="5468219"/>
            <a:ext cx="18144" cy="1679"/>
          </a:xfrm>
          <a:prstGeom prst="line">
            <a:avLst/>
          </a:prstGeom>
          <a:ln w="38100">
            <a:solidFill>
              <a:srgbClr val="51D5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 flipV="1">
            <a:off x="1891838" y="5466433"/>
            <a:ext cx="18125" cy="1786"/>
          </a:xfrm>
          <a:prstGeom prst="line">
            <a:avLst/>
          </a:prstGeom>
          <a:ln w="38100">
            <a:solidFill>
              <a:srgbClr val="51D5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 flipV="1">
            <a:off x="1909963" y="5464536"/>
            <a:ext cx="18105" cy="1897"/>
          </a:xfrm>
          <a:prstGeom prst="line">
            <a:avLst/>
          </a:prstGeom>
          <a:ln w="38100">
            <a:solidFill>
              <a:srgbClr val="51D5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 flipV="1">
            <a:off x="1928068" y="5462527"/>
            <a:ext cx="18081" cy="2009"/>
          </a:xfrm>
          <a:prstGeom prst="line">
            <a:avLst/>
          </a:prstGeom>
          <a:ln w="38100">
            <a:solidFill>
              <a:srgbClr val="51D5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 flipV="1">
            <a:off x="1946149" y="5460403"/>
            <a:ext cx="18057" cy="2124"/>
          </a:xfrm>
          <a:prstGeom prst="line">
            <a:avLst/>
          </a:prstGeom>
          <a:ln w="38100">
            <a:solidFill>
              <a:srgbClr val="51D5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 flipV="1">
            <a:off x="1964206" y="5458160"/>
            <a:ext cx="18031" cy="2243"/>
          </a:xfrm>
          <a:prstGeom prst="line">
            <a:avLst/>
          </a:prstGeom>
          <a:ln w="38100">
            <a:solidFill>
              <a:srgbClr val="51D5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 flipV="1">
            <a:off x="1982237" y="5455797"/>
            <a:ext cx="18002" cy="2363"/>
          </a:xfrm>
          <a:prstGeom prst="line">
            <a:avLst/>
          </a:prstGeom>
          <a:ln w="38100">
            <a:solidFill>
              <a:srgbClr val="51D5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 flipV="1">
            <a:off x="2000239" y="5453311"/>
            <a:ext cx="17971" cy="2486"/>
          </a:xfrm>
          <a:prstGeom prst="line">
            <a:avLst/>
          </a:prstGeom>
          <a:ln w="38100">
            <a:solidFill>
              <a:srgbClr val="51D5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 flipV="1">
            <a:off x="2018210" y="5450699"/>
            <a:ext cx="17938" cy="2612"/>
          </a:xfrm>
          <a:prstGeom prst="line">
            <a:avLst/>
          </a:prstGeom>
          <a:ln w="38100">
            <a:solidFill>
              <a:srgbClr val="51D5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 flipV="1">
            <a:off x="2036148" y="5447960"/>
            <a:ext cx="17902" cy="2739"/>
          </a:xfrm>
          <a:prstGeom prst="line">
            <a:avLst/>
          </a:prstGeom>
          <a:ln w="38100">
            <a:solidFill>
              <a:srgbClr val="51D5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 flipV="1">
            <a:off x="2054050" y="5445090"/>
            <a:ext cx="17865" cy="2870"/>
          </a:xfrm>
          <a:prstGeom prst="line">
            <a:avLst/>
          </a:prstGeom>
          <a:ln w="38100">
            <a:solidFill>
              <a:srgbClr val="51D5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 flipV="1">
            <a:off x="2071915" y="5442089"/>
            <a:ext cx="17824" cy="3001"/>
          </a:xfrm>
          <a:prstGeom prst="line">
            <a:avLst/>
          </a:prstGeom>
          <a:ln w="38100">
            <a:solidFill>
              <a:srgbClr val="51D5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 flipV="1">
            <a:off x="2089739" y="5438954"/>
            <a:ext cx="17781" cy="3135"/>
          </a:xfrm>
          <a:prstGeom prst="line">
            <a:avLst/>
          </a:prstGeom>
          <a:ln w="38100">
            <a:solidFill>
              <a:srgbClr val="51D5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 flipV="1">
            <a:off x="2107520" y="5435682"/>
            <a:ext cx="17735" cy="3272"/>
          </a:xfrm>
          <a:prstGeom prst="line">
            <a:avLst/>
          </a:prstGeom>
          <a:ln w="38100">
            <a:solidFill>
              <a:srgbClr val="51D5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 flipV="1">
            <a:off x="2125255" y="5432272"/>
            <a:ext cx="17687" cy="3410"/>
          </a:xfrm>
          <a:prstGeom prst="line">
            <a:avLst/>
          </a:prstGeom>
          <a:ln w="38100">
            <a:solidFill>
              <a:srgbClr val="51D5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 flipV="1">
            <a:off x="2142942" y="5428723"/>
            <a:ext cx="17636" cy="3549"/>
          </a:xfrm>
          <a:prstGeom prst="line">
            <a:avLst/>
          </a:prstGeom>
          <a:ln w="38100">
            <a:solidFill>
              <a:srgbClr val="51D5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 flipV="1">
            <a:off x="2160578" y="5425033"/>
            <a:ext cx="17582" cy="3690"/>
          </a:xfrm>
          <a:prstGeom prst="line">
            <a:avLst/>
          </a:prstGeom>
          <a:ln w="38100">
            <a:solidFill>
              <a:srgbClr val="51D5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 flipV="1">
            <a:off x="2178160" y="5421199"/>
            <a:ext cx="17525" cy="3834"/>
          </a:xfrm>
          <a:prstGeom prst="line">
            <a:avLst/>
          </a:prstGeom>
          <a:ln w="38100">
            <a:solidFill>
              <a:srgbClr val="51D5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 flipV="1">
            <a:off x="2195685" y="5417221"/>
            <a:ext cx="17465" cy="3978"/>
          </a:xfrm>
          <a:prstGeom prst="line">
            <a:avLst/>
          </a:prstGeom>
          <a:ln w="38100">
            <a:solidFill>
              <a:srgbClr val="51D5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 flipV="1">
            <a:off x="2213150" y="5413097"/>
            <a:ext cx="17402" cy="4124"/>
          </a:xfrm>
          <a:prstGeom prst="line">
            <a:avLst/>
          </a:prstGeom>
          <a:ln w="38100">
            <a:solidFill>
              <a:srgbClr val="51D5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 flipV="1">
            <a:off x="2230552" y="5408826"/>
            <a:ext cx="17336" cy="4271"/>
          </a:xfrm>
          <a:prstGeom prst="line">
            <a:avLst/>
          </a:prstGeom>
          <a:ln w="38100">
            <a:solidFill>
              <a:srgbClr val="51D5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 flipV="1">
            <a:off x="2247888" y="5404407"/>
            <a:ext cx="17267" cy="4419"/>
          </a:xfrm>
          <a:prstGeom prst="line">
            <a:avLst/>
          </a:prstGeom>
          <a:ln w="38100">
            <a:solidFill>
              <a:srgbClr val="51D5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 flipV="1">
            <a:off x="2265155" y="5399839"/>
            <a:ext cx="17194" cy="4568"/>
          </a:xfrm>
          <a:prstGeom prst="line">
            <a:avLst/>
          </a:prstGeom>
          <a:ln w="38100">
            <a:solidFill>
              <a:srgbClr val="51D5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 flipV="1">
            <a:off x="2282349" y="5395120"/>
            <a:ext cx="17119" cy="4719"/>
          </a:xfrm>
          <a:prstGeom prst="line">
            <a:avLst/>
          </a:prstGeom>
          <a:ln w="38100">
            <a:solidFill>
              <a:srgbClr val="51D5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 flipV="1">
            <a:off x="2299468" y="5390250"/>
            <a:ext cx="17039" cy="4870"/>
          </a:xfrm>
          <a:prstGeom prst="line">
            <a:avLst/>
          </a:prstGeom>
          <a:ln w="38100">
            <a:solidFill>
              <a:srgbClr val="51D5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 flipV="1">
            <a:off x="2316507" y="5385229"/>
            <a:ext cx="16958" cy="5021"/>
          </a:xfrm>
          <a:prstGeom prst="line">
            <a:avLst/>
          </a:prstGeom>
          <a:ln w="38100">
            <a:solidFill>
              <a:srgbClr val="51D5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 flipV="1">
            <a:off x="2333465" y="5380055"/>
            <a:ext cx="16872" cy="5174"/>
          </a:xfrm>
          <a:prstGeom prst="line">
            <a:avLst/>
          </a:prstGeom>
          <a:ln w="38100">
            <a:solidFill>
              <a:srgbClr val="51D5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 flipV="1">
            <a:off x="2350337" y="5374727"/>
            <a:ext cx="16783" cy="5328"/>
          </a:xfrm>
          <a:prstGeom prst="line">
            <a:avLst/>
          </a:prstGeom>
          <a:ln w="38100">
            <a:solidFill>
              <a:srgbClr val="51D5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 flipV="1">
            <a:off x="2367120" y="5369247"/>
            <a:ext cx="16692" cy="5480"/>
          </a:xfrm>
          <a:prstGeom prst="line">
            <a:avLst/>
          </a:prstGeom>
          <a:ln w="38100">
            <a:solidFill>
              <a:srgbClr val="51D5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 flipV="1">
            <a:off x="2383812" y="5363613"/>
            <a:ext cx="16596" cy="5634"/>
          </a:xfrm>
          <a:prstGeom prst="line">
            <a:avLst/>
          </a:prstGeom>
          <a:ln w="38100">
            <a:solidFill>
              <a:srgbClr val="51D5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 flipV="1">
            <a:off x="2400408" y="5357825"/>
            <a:ext cx="16497" cy="5788"/>
          </a:xfrm>
          <a:prstGeom prst="line">
            <a:avLst/>
          </a:prstGeom>
          <a:ln w="38100">
            <a:solidFill>
              <a:srgbClr val="51D5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 flipV="1">
            <a:off x="2416905" y="5351883"/>
            <a:ext cx="16395" cy="5942"/>
          </a:xfrm>
          <a:prstGeom prst="line">
            <a:avLst/>
          </a:prstGeom>
          <a:ln w="38100">
            <a:solidFill>
              <a:srgbClr val="51D5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 flipV="1">
            <a:off x="2433300" y="5345787"/>
            <a:ext cx="16290" cy="6096"/>
          </a:xfrm>
          <a:prstGeom prst="line">
            <a:avLst/>
          </a:prstGeom>
          <a:ln w="38100">
            <a:solidFill>
              <a:srgbClr val="51D5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 flipV="1">
            <a:off x="2449590" y="5339537"/>
            <a:ext cx="16180" cy="6250"/>
          </a:xfrm>
          <a:prstGeom prst="line">
            <a:avLst/>
          </a:prstGeom>
          <a:ln w="38100">
            <a:solidFill>
              <a:srgbClr val="51D5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 flipV="1">
            <a:off x="2465770" y="5333134"/>
            <a:ext cx="16069" cy="6403"/>
          </a:xfrm>
          <a:prstGeom prst="line">
            <a:avLst/>
          </a:prstGeom>
          <a:ln w="38100">
            <a:solidFill>
              <a:srgbClr val="51D5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 flipV="1">
            <a:off x="2481839" y="5326578"/>
            <a:ext cx="15954" cy="6556"/>
          </a:xfrm>
          <a:prstGeom prst="line">
            <a:avLst/>
          </a:prstGeom>
          <a:ln w="38100">
            <a:solidFill>
              <a:srgbClr val="51D5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 flipV="1">
            <a:off x="2497793" y="5319869"/>
            <a:ext cx="15835" cy="6709"/>
          </a:xfrm>
          <a:prstGeom prst="line">
            <a:avLst/>
          </a:prstGeom>
          <a:ln w="38100">
            <a:solidFill>
              <a:srgbClr val="51D5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/>
          <p:nvPr/>
        </p:nvCxnSpPr>
        <p:spPr>
          <a:xfrm flipV="1">
            <a:off x="2513628" y="5313008"/>
            <a:ext cx="15714" cy="6861"/>
          </a:xfrm>
          <a:prstGeom prst="line">
            <a:avLst/>
          </a:prstGeom>
          <a:ln w="38100">
            <a:solidFill>
              <a:srgbClr val="51D5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 flipV="1">
            <a:off x="2529342" y="5305996"/>
            <a:ext cx="15589" cy="7012"/>
          </a:xfrm>
          <a:prstGeom prst="line">
            <a:avLst/>
          </a:prstGeom>
          <a:ln w="38100">
            <a:solidFill>
              <a:srgbClr val="51D5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 flipV="1">
            <a:off x="2544931" y="5298833"/>
            <a:ext cx="15461" cy="7163"/>
          </a:xfrm>
          <a:prstGeom prst="line">
            <a:avLst/>
          </a:prstGeom>
          <a:ln w="38100">
            <a:solidFill>
              <a:srgbClr val="51D5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80"/>
          <p:cNvCxnSpPr/>
          <p:nvPr/>
        </p:nvCxnSpPr>
        <p:spPr>
          <a:xfrm flipV="1">
            <a:off x="2560392" y="5291520"/>
            <a:ext cx="15330" cy="7313"/>
          </a:xfrm>
          <a:prstGeom prst="line">
            <a:avLst/>
          </a:prstGeom>
          <a:ln w="38100">
            <a:solidFill>
              <a:srgbClr val="51D5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Connector 81"/>
          <p:cNvCxnSpPr/>
          <p:nvPr/>
        </p:nvCxnSpPr>
        <p:spPr>
          <a:xfrm flipV="1">
            <a:off x="2575722" y="5284059"/>
            <a:ext cx="15196" cy="7461"/>
          </a:xfrm>
          <a:prstGeom prst="line">
            <a:avLst/>
          </a:prstGeom>
          <a:ln w="38100">
            <a:solidFill>
              <a:srgbClr val="51D5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Connector 82"/>
          <p:cNvCxnSpPr/>
          <p:nvPr/>
        </p:nvCxnSpPr>
        <p:spPr>
          <a:xfrm flipV="1">
            <a:off x="2590918" y="5276450"/>
            <a:ext cx="15060" cy="7609"/>
          </a:xfrm>
          <a:prstGeom prst="line">
            <a:avLst/>
          </a:prstGeom>
          <a:ln w="38100">
            <a:solidFill>
              <a:srgbClr val="51D5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/>
          <p:nvPr/>
        </p:nvCxnSpPr>
        <p:spPr>
          <a:xfrm flipV="1">
            <a:off x="2605978" y="5268694"/>
            <a:ext cx="14920" cy="7756"/>
          </a:xfrm>
          <a:prstGeom prst="line">
            <a:avLst/>
          </a:prstGeom>
          <a:ln w="38100">
            <a:solidFill>
              <a:srgbClr val="51D5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Connector 84"/>
          <p:cNvCxnSpPr/>
          <p:nvPr/>
        </p:nvCxnSpPr>
        <p:spPr>
          <a:xfrm flipV="1">
            <a:off x="2620898" y="5260794"/>
            <a:ext cx="14778" cy="7900"/>
          </a:xfrm>
          <a:prstGeom prst="line">
            <a:avLst/>
          </a:prstGeom>
          <a:ln w="38100">
            <a:solidFill>
              <a:srgbClr val="51D5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Connector 85"/>
          <p:cNvCxnSpPr/>
          <p:nvPr/>
        </p:nvCxnSpPr>
        <p:spPr>
          <a:xfrm flipV="1">
            <a:off x="2635676" y="5252749"/>
            <a:ext cx="14632" cy="8045"/>
          </a:xfrm>
          <a:prstGeom prst="line">
            <a:avLst/>
          </a:prstGeom>
          <a:ln w="38100">
            <a:solidFill>
              <a:srgbClr val="51D5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Connector 86"/>
          <p:cNvCxnSpPr/>
          <p:nvPr/>
        </p:nvCxnSpPr>
        <p:spPr>
          <a:xfrm flipV="1">
            <a:off x="2650308" y="5244562"/>
            <a:ext cx="14486" cy="8187"/>
          </a:xfrm>
          <a:prstGeom prst="line">
            <a:avLst/>
          </a:prstGeom>
          <a:ln w="38100">
            <a:solidFill>
              <a:srgbClr val="51D5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Connector 87"/>
          <p:cNvCxnSpPr/>
          <p:nvPr/>
        </p:nvCxnSpPr>
        <p:spPr>
          <a:xfrm flipV="1">
            <a:off x="2664794" y="5236235"/>
            <a:ext cx="14335" cy="8327"/>
          </a:xfrm>
          <a:prstGeom prst="line">
            <a:avLst/>
          </a:prstGeom>
          <a:ln w="38100">
            <a:solidFill>
              <a:srgbClr val="51D5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Connector 88"/>
          <p:cNvCxnSpPr/>
          <p:nvPr/>
        </p:nvCxnSpPr>
        <p:spPr>
          <a:xfrm flipV="1">
            <a:off x="2679129" y="5227768"/>
            <a:ext cx="14183" cy="8467"/>
          </a:xfrm>
          <a:prstGeom prst="line">
            <a:avLst/>
          </a:prstGeom>
          <a:ln w="38100">
            <a:solidFill>
              <a:srgbClr val="51D5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Connector 89"/>
          <p:cNvCxnSpPr/>
          <p:nvPr/>
        </p:nvCxnSpPr>
        <p:spPr>
          <a:xfrm flipV="1">
            <a:off x="2693312" y="5219164"/>
            <a:ext cx="14028" cy="8604"/>
          </a:xfrm>
          <a:prstGeom prst="line">
            <a:avLst/>
          </a:prstGeom>
          <a:ln w="38100">
            <a:solidFill>
              <a:srgbClr val="51D5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Connector 90"/>
          <p:cNvCxnSpPr/>
          <p:nvPr/>
        </p:nvCxnSpPr>
        <p:spPr>
          <a:xfrm flipV="1">
            <a:off x="2707340" y="5210424"/>
            <a:ext cx="13871" cy="8740"/>
          </a:xfrm>
          <a:prstGeom prst="line">
            <a:avLst/>
          </a:prstGeom>
          <a:ln w="38100">
            <a:solidFill>
              <a:srgbClr val="51D5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Connector 91"/>
          <p:cNvCxnSpPr/>
          <p:nvPr/>
        </p:nvCxnSpPr>
        <p:spPr>
          <a:xfrm flipV="1">
            <a:off x="2721211" y="5201551"/>
            <a:ext cx="13713" cy="8873"/>
          </a:xfrm>
          <a:prstGeom prst="line">
            <a:avLst/>
          </a:prstGeom>
          <a:ln w="38100">
            <a:solidFill>
              <a:srgbClr val="51D5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Connector 92"/>
          <p:cNvCxnSpPr/>
          <p:nvPr/>
        </p:nvCxnSpPr>
        <p:spPr>
          <a:xfrm flipV="1">
            <a:off x="2734924" y="5192545"/>
            <a:ext cx="13552" cy="9006"/>
          </a:xfrm>
          <a:prstGeom prst="line">
            <a:avLst/>
          </a:prstGeom>
          <a:ln w="38100">
            <a:solidFill>
              <a:srgbClr val="51D5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Connector 93"/>
          <p:cNvCxnSpPr/>
          <p:nvPr/>
        </p:nvCxnSpPr>
        <p:spPr>
          <a:xfrm flipV="1">
            <a:off x="2748476" y="5183410"/>
            <a:ext cx="13389" cy="9135"/>
          </a:xfrm>
          <a:prstGeom prst="line">
            <a:avLst/>
          </a:prstGeom>
          <a:ln w="38100">
            <a:solidFill>
              <a:srgbClr val="51D5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Connector 94"/>
          <p:cNvCxnSpPr/>
          <p:nvPr/>
        </p:nvCxnSpPr>
        <p:spPr>
          <a:xfrm flipV="1">
            <a:off x="2761865" y="5174147"/>
            <a:ext cx="13225" cy="9263"/>
          </a:xfrm>
          <a:prstGeom prst="line">
            <a:avLst/>
          </a:prstGeom>
          <a:ln w="38100">
            <a:solidFill>
              <a:srgbClr val="51D5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Connector 95"/>
          <p:cNvCxnSpPr/>
          <p:nvPr/>
        </p:nvCxnSpPr>
        <p:spPr>
          <a:xfrm flipV="1">
            <a:off x="2775090" y="5164758"/>
            <a:ext cx="13059" cy="9389"/>
          </a:xfrm>
          <a:prstGeom prst="line">
            <a:avLst/>
          </a:prstGeom>
          <a:ln w="38100">
            <a:solidFill>
              <a:srgbClr val="51D5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Connector 96"/>
          <p:cNvCxnSpPr/>
          <p:nvPr/>
        </p:nvCxnSpPr>
        <p:spPr>
          <a:xfrm flipV="1">
            <a:off x="2788149" y="5155246"/>
            <a:ext cx="12891" cy="9512"/>
          </a:xfrm>
          <a:prstGeom prst="line">
            <a:avLst/>
          </a:prstGeom>
          <a:ln w="38100">
            <a:solidFill>
              <a:srgbClr val="51D5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Connector 97"/>
          <p:cNvCxnSpPr/>
          <p:nvPr/>
        </p:nvCxnSpPr>
        <p:spPr>
          <a:xfrm flipV="1">
            <a:off x="2801040" y="5145612"/>
            <a:ext cx="12724" cy="9634"/>
          </a:xfrm>
          <a:prstGeom prst="line">
            <a:avLst/>
          </a:prstGeom>
          <a:ln w="38100">
            <a:solidFill>
              <a:srgbClr val="51D5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Connector 98"/>
          <p:cNvCxnSpPr/>
          <p:nvPr/>
        </p:nvCxnSpPr>
        <p:spPr>
          <a:xfrm flipV="1">
            <a:off x="2813764" y="5135860"/>
            <a:ext cx="12553" cy="9752"/>
          </a:xfrm>
          <a:prstGeom prst="line">
            <a:avLst/>
          </a:prstGeom>
          <a:ln w="38100">
            <a:solidFill>
              <a:srgbClr val="51D5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Connector 99"/>
          <p:cNvCxnSpPr/>
          <p:nvPr/>
        </p:nvCxnSpPr>
        <p:spPr>
          <a:xfrm flipV="1">
            <a:off x="2826317" y="5125991"/>
            <a:ext cx="12383" cy="9869"/>
          </a:xfrm>
          <a:prstGeom prst="line">
            <a:avLst/>
          </a:prstGeom>
          <a:ln w="38100">
            <a:solidFill>
              <a:srgbClr val="51D5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Connector 100"/>
          <p:cNvCxnSpPr/>
          <p:nvPr/>
        </p:nvCxnSpPr>
        <p:spPr>
          <a:xfrm flipV="1">
            <a:off x="2838700" y="5116007"/>
            <a:ext cx="12211" cy="9984"/>
          </a:xfrm>
          <a:prstGeom prst="line">
            <a:avLst/>
          </a:prstGeom>
          <a:ln w="38100">
            <a:solidFill>
              <a:srgbClr val="51D5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Connector 101"/>
          <p:cNvCxnSpPr/>
          <p:nvPr/>
        </p:nvCxnSpPr>
        <p:spPr>
          <a:xfrm flipV="1">
            <a:off x="2850911" y="5105911"/>
            <a:ext cx="12038" cy="10096"/>
          </a:xfrm>
          <a:prstGeom prst="line">
            <a:avLst/>
          </a:prstGeom>
          <a:ln w="38100">
            <a:solidFill>
              <a:srgbClr val="51D5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Connector 102"/>
          <p:cNvCxnSpPr/>
          <p:nvPr/>
        </p:nvCxnSpPr>
        <p:spPr>
          <a:xfrm flipV="1">
            <a:off x="2862949" y="5095706"/>
            <a:ext cx="11866" cy="10205"/>
          </a:xfrm>
          <a:prstGeom prst="line">
            <a:avLst/>
          </a:prstGeom>
          <a:ln w="38100">
            <a:solidFill>
              <a:srgbClr val="51D5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Connector 103"/>
          <p:cNvCxnSpPr/>
          <p:nvPr/>
        </p:nvCxnSpPr>
        <p:spPr>
          <a:xfrm flipV="1">
            <a:off x="2874815" y="5085394"/>
            <a:ext cx="11692" cy="10312"/>
          </a:xfrm>
          <a:prstGeom prst="line">
            <a:avLst/>
          </a:prstGeom>
          <a:ln w="38100">
            <a:solidFill>
              <a:srgbClr val="51D5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Connector 104"/>
          <p:cNvCxnSpPr/>
          <p:nvPr/>
        </p:nvCxnSpPr>
        <p:spPr>
          <a:xfrm flipV="1">
            <a:off x="2886507" y="5074977"/>
            <a:ext cx="11518" cy="10417"/>
          </a:xfrm>
          <a:prstGeom prst="line">
            <a:avLst/>
          </a:prstGeom>
          <a:ln w="38100">
            <a:solidFill>
              <a:srgbClr val="51D5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Connector 105"/>
          <p:cNvCxnSpPr/>
          <p:nvPr/>
        </p:nvCxnSpPr>
        <p:spPr>
          <a:xfrm flipV="1">
            <a:off x="2898025" y="5064458"/>
            <a:ext cx="11345" cy="10519"/>
          </a:xfrm>
          <a:prstGeom prst="line">
            <a:avLst/>
          </a:prstGeom>
          <a:ln w="38100">
            <a:solidFill>
              <a:srgbClr val="51D5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Connector 106"/>
          <p:cNvCxnSpPr/>
          <p:nvPr/>
        </p:nvCxnSpPr>
        <p:spPr>
          <a:xfrm flipV="1">
            <a:off x="2909370" y="5053840"/>
            <a:ext cx="11171" cy="10618"/>
          </a:xfrm>
          <a:prstGeom prst="line">
            <a:avLst/>
          </a:prstGeom>
          <a:ln w="38100">
            <a:solidFill>
              <a:srgbClr val="51D5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" name="Connector 107"/>
          <p:cNvCxnSpPr/>
          <p:nvPr/>
        </p:nvCxnSpPr>
        <p:spPr>
          <a:xfrm flipV="1">
            <a:off x="2920541" y="5043124"/>
            <a:ext cx="10997" cy="10716"/>
          </a:xfrm>
          <a:prstGeom prst="line">
            <a:avLst/>
          </a:prstGeom>
          <a:ln w="38100">
            <a:solidFill>
              <a:srgbClr val="51D5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Connector 108"/>
          <p:cNvCxnSpPr/>
          <p:nvPr/>
        </p:nvCxnSpPr>
        <p:spPr>
          <a:xfrm flipV="1">
            <a:off x="2931538" y="5032314"/>
            <a:ext cx="10823" cy="10810"/>
          </a:xfrm>
          <a:prstGeom prst="line">
            <a:avLst/>
          </a:prstGeom>
          <a:ln w="38100">
            <a:solidFill>
              <a:srgbClr val="51D5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" name="Connector 109"/>
          <p:cNvCxnSpPr/>
          <p:nvPr/>
        </p:nvCxnSpPr>
        <p:spPr>
          <a:xfrm flipV="1">
            <a:off x="2942361" y="5021412"/>
            <a:ext cx="10651" cy="10902"/>
          </a:xfrm>
          <a:prstGeom prst="line">
            <a:avLst/>
          </a:prstGeom>
          <a:ln w="38100">
            <a:solidFill>
              <a:srgbClr val="51D5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1" name="Connector 110"/>
          <p:cNvCxnSpPr/>
          <p:nvPr/>
        </p:nvCxnSpPr>
        <p:spPr>
          <a:xfrm flipV="1">
            <a:off x="2953012" y="5010420"/>
            <a:ext cx="10478" cy="10992"/>
          </a:xfrm>
          <a:prstGeom prst="line">
            <a:avLst/>
          </a:prstGeom>
          <a:ln w="38100">
            <a:solidFill>
              <a:srgbClr val="51D5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2" name="Connector 111"/>
          <p:cNvCxnSpPr/>
          <p:nvPr/>
        </p:nvCxnSpPr>
        <p:spPr>
          <a:xfrm flipV="1">
            <a:off x="2963490" y="4999341"/>
            <a:ext cx="10307" cy="11079"/>
          </a:xfrm>
          <a:prstGeom prst="line">
            <a:avLst/>
          </a:prstGeom>
          <a:ln w="38100">
            <a:solidFill>
              <a:srgbClr val="51D5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3" name="Connector 112"/>
          <p:cNvCxnSpPr/>
          <p:nvPr/>
        </p:nvCxnSpPr>
        <p:spPr>
          <a:xfrm flipV="1">
            <a:off x="2973797" y="4988179"/>
            <a:ext cx="10136" cy="11162"/>
          </a:xfrm>
          <a:prstGeom prst="line">
            <a:avLst/>
          </a:prstGeom>
          <a:ln w="38100">
            <a:solidFill>
              <a:srgbClr val="51D5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4" name="Connector 113"/>
          <p:cNvCxnSpPr/>
          <p:nvPr/>
        </p:nvCxnSpPr>
        <p:spPr>
          <a:xfrm flipV="1">
            <a:off x="2983933" y="4976934"/>
            <a:ext cx="9966" cy="11245"/>
          </a:xfrm>
          <a:prstGeom prst="line">
            <a:avLst/>
          </a:prstGeom>
          <a:ln w="38100">
            <a:solidFill>
              <a:srgbClr val="51D5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5" name="Connector 114"/>
          <p:cNvCxnSpPr/>
          <p:nvPr/>
        </p:nvCxnSpPr>
        <p:spPr>
          <a:xfrm flipV="1">
            <a:off x="2993899" y="4965610"/>
            <a:ext cx="9798" cy="11324"/>
          </a:xfrm>
          <a:prstGeom prst="line">
            <a:avLst/>
          </a:prstGeom>
          <a:ln w="38100">
            <a:solidFill>
              <a:srgbClr val="51D5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6" name="Connector 115"/>
          <p:cNvCxnSpPr/>
          <p:nvPr/>
        </p:nvCxnSpPr>
        <p:spPr>
          <a:xfrm flipV="1">
            <a:off x="3003697" y="4954209"/>
            <a:ext cx="9630" cy="11401"/>
          </a:xfrm>
          <a:prstGeom prst="line">
            <a:avLst/>
          </a:prstGeom>
          <a:ln w="38100">
            <a:solidFill>
              <a:srgbClr val="51D5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7" name="Connector 116"/>
          <p:cNvCxnSpPr/>
          <p:nvPr/>
        </p:nvCxnSpPr>
        <p:spPr>
          <a:xfrm flipV="1">
            <a:off x="3013327" y="4942733"/>
            <a:ext cx="9465" cy="11476"/>
          </a:xfrm>
          <a:prstGeom prst="line">
            <a:avLst/>
          </a:prstGeom>
          <a:ln w="38100">
            <a:solidFill>
              <a:srgbClr val="51D5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8" name="Connector 117"/>
          <p:cNvCxnSpPr/>
          <p:nvPr/>
        </p:nvCxnSpPr>
        <p:spPr>
          <a:xfrm flipV="1">
            <a:off x="3022792" y="4931186"/>
            <a:ext cx="9301" cy="11547"/>
          </a:xfrm>
          <a:prstGeom prst="line">
            <a:avLst/>
          </a:prstGeom>
          <a:ln w="38100">
            <a:solidFill>
              <a:srgbClr val="51D5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" name="Connector 118"/>
          <p:cNvCxnSpPr/>
          <p:nvPr/>
        </p:nvCxnSpPr>
        <p:spPr>
          <a:xfrm flipV="1">
            <a:off x="3032093" y="4919570"/>
            <a:ext cx="9139" cy="11616"/>
          </a:xfrm>
          <a:prstGeom prst="line">
            <a:avLst/>
          </a:prstGeom>
          <a:ln w="38100">
            <a:solidFill>
              <a:srgbClr val="51D5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0" name="Connector 119"/>
          <p:cNvCxnSpPr/>
          <p:nvPr/>
        </p:nvCxnSpPr>
        <p:spPr>
          <a:xfrm flipV="1">
            <a:off x="3041232" y="4907886"/>
            <a:ext cx="8979" cy="11684"/>
          </a:xfrm>
          <a:prstGeom prst="line">
            <a:avLst/>
          </a:prstGeom>
          <a:ln w="38100">
            <a:solidFill>
              <a:srgbClr val="51D5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1" name="Connector 120"/>
          <p:cNvCxnSpPr/>
          <p:nvPr/>
        </p:nvCxnSpPr>
        <p:spPr>
          <a:xfrm flipV="1">
            <a:off x="3050211" y="4896137"/>
            <a:ext cx="8820" cy="11749"/>
          </a:xfrm>
          <a:prstGeom prst="line">
            <a:avLst/>
          </a:prstGeom>
          <a:ln w="38100">
            <a:solidFill>
              <a:srgbClr val="51D5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2" name="Connector 121"/>
          <p:cNvCxnSpPr/>
          <p:nvPr/>
        </p:nvCxnSpPr>
        <p:spPr>
          <a:xfrm flipV="1">
            <a:off x="3059031" y="4884327"/>
            <a:ext cx="8664" cy="11810"/>
          </a:xfrm>
          <a:prstGeom prst="line">
            <a:avLst/>
          </a:prstGeom>
          <a:ln w="38100">
            <a:solidFill>
              <a:srgbClr val="51D5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3" name="Connector 122"/>
          <p:cNvCxnSpPr/>
          <p:nvPr/>
        </p:nvCxnSpPr>
        <p:spPr>
          <a:xfrm flipV="1">
            <a:off x="3067695" y="4872456"/>
            <a:ext cx="8510" cy="11871"/>
          </a:xfrm>
          <a:prstGeom prst="line">
            <a:avLst/>
          </a:prstGeom>
          <a:ln w="38100">
            <a:solidFill>
              <a:srgbClr val="51D5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4" name="Connector 123"/>
          <p:cNvCxnSpPr/>
          <p:nvPr/>
        </p:nvCxnSpPr>
        <p:spPr>
          <a:xfrm flipV="1">
            <a:off x="3076205" y="4860528"/>
            <a:ext cx="8358" cy="11928"/>
          </a:xfrm>
          <a:prstGeom prst="line">
            <a:avLst/>
          </a:prstGeom>
          <a:ln w="38100">
            <a:solidFill>
              <a:srgbClr val="51D5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5" name="Connector 124"/>
          <p:cNvCxnSpPr/>
          <p:nvPr/>
        </p:nvCxnSpPr>
        <p:spPr>
          <a:xfrm flipV="1">
            <a:off x="3084563" y="4848544"/>
            <a:ext cx="8210" cy="11984"/>
          </a:xfrm>
          <a:prstGeom prst="line">
            <a:avLst/>
          </a:prstGeom>
          <a:ln w="38100">
            <a:solidFill>
              <a:srgbClr val="51D5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6" name="Connector 125"/>
          <p:cNvCxnSpPr/>
          <p:nvPr/>
        </p:nvCxnSpPr>
        <p:spPr>
          <a:xfrm flipV="1">
            <a:off x="3092773" y="4836507"/>
            <a:ext cx="8064" cy="12037"/>
          </a:xfrm>
          <a:prstGeom prst="line">
            <a:avLst/>
          </a:prstGeom>
          <a:ln w="38100">
            <a:solidFill>
              <a:srgbClr val="51D5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7" name="Connector 126"/>
          <p:cNvCxnSpPr/>
          <p:nvPr/>
        </p:nvCxnSpPr>
        <p:spPr>
          <a:xfrm flipV="1">
            <a:off x="3100837" y="4824419"/>
            <a:ext cx="7921" cy="12088"/>
          </a:xfrm>
          <a:prstGeom prst="line">
            <a:avLst/>
          </a:prstGeom>
          <a:ln w="38100">
            <a:solidFill>
              <a:srgbClr val="51D5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8" name="Connector 127"/>
          <p:cNvCxnSpPr/>
          <p:nvPr/>
        </p:nvCxnSpPr>
        <p:spPr>
          <a:xfrm flipV="1">
            <a:off x="3108758" y="4812282"/>
            <a:ext cx="7780" cy="12137"/>
          </a:xfrm>
          <a:prstGeom prst="line">
            <a:avLst/>
          </a:prstGeom>
          <a:ln w="38100">
            <a:solidFill>
              <a:srgbClr val="51D5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9" name="Connector 128"/>
          <p:cNvCxnSpPr/>
          <p:nvPr/>
        </p:nvCxnSpPr>
        <p:spPr>
          <a:xfrm flipV="1">
            <a:off x="3116538" y="4800098"/>
            <a:ext cx="7643" cy="12184"/>
          </a:xfrm>
          <a:prstGeom prst="line">
            <a:avLst/>
          </a:prstGeom>
          <a:ln w="38100">
            <a:solidFill>
              <a:srgbClr val="51D5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0" name="Connector 129"/>
          <p:cNvCxnSpPr/>
          <p:nvPr/>
        </p:nvCxnSpPr>
        <p:spPr>
          <a:xfrm flipV="1">
            <a:off x="3124181" y="4787869"/>
            <a:ext cx="7508" cy="12229"/>
          </a:xfrm>
          <a:prstGeom prst="line">
            <a:avLst/>
          </a:prstGeom>
          <a:ln w="38100">
            <a:solidFill>
              <a:srgbClr val="51D5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1" name="Connector 130"/>
          <p:cNvCxnSpPr/>
          <p:nvPr/>
        </p:nvCxnSpPr>
        <p:spPr>
          <a:xfrm flipV="1">
            <a:off x="3131689" y="4775598"/>
            <a:ext cx="7378" cy="12271"/>
          </a:xfrm>
          <a:prstGeom prst="line">
            <a:avLst/>
          </a:prstGeom>
          <a:ln w="38100">
            <a:solidFill>
              <a:srgbClr val="51D5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2" name="Connector 131"/>
          <p:cNvCxnSpPr/>
          <p:nvPr/>
        </p:nvCxnSpPr>
        <p:spPr>
          <a:xfrm flipV="1">
            <a:off x="3139067" y="4763285"/>
            <a:ext cx="7250" cy="12313"/>
          </a:xfrm>
          <a:prstGeom prst="line">
            <a:avLst/>
          </a:prstGeom>
          <a:ln w="38100">
            <a:solidFill>
              <a:srgbClr val="51D5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3" name="Connector 132"/>
          <p:cNvCxnSpPr/>
          <p:nvPr/>
        </p:nvCxnSpPr>
        <p:spPr>
          <a:xfrm flipV="1">
            <a:off x="3146317" y="4750934"/>
            <a:ext cx="7126" cy="12351"/>
          </a:xfrm>
          <a:prstGeom prst="line">
            <a:avLst/>
          </a:prstGeom>
          <a:ln w="38100">
            <a:solidFill>
              <a:srgbClr val="51D5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4" name="Connector 133"/>
          <p:cNvCxnSpPr/>
          <p:nvPr/>
        </p:nvCxnSpPr>
        <p:spPr>
          <a:xfrm flipV="1">
            <a:off x="3153443" y="4738546"/>
            <a:ext cx="7006" cy="12388"/>
          </a:xfrm>
          <a:prstGeom prst="line">
            <a:avLst/>
          </a:prstGeom>
          <a:ln w="38100">
            <a:solidFill>
              <a:srgbClr val="51D5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5" name="Connector 134"/>
          <p:cNvCxnSpPr/>
          <p:nvPr/>
        </p:nvCxnSpPr>
        <p:spPr>
          <a:xfrm flipV="1">
            <a:off x="3160449" y="4726123"/>
            <a:ext cx="6889" cy="12423"/>
          </a:xfrm>
          <a:prstGeom prst="line">
            <a:avLst/>
          </a:prstGeom>
          <a:ln w="38100">
            <a:solidFill>
              <a:srgbClr val="51D5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6" name="Connector 135"/>
          <p:cNvCxnSpPr/>
          <p:nvPr/>
        </p:nvCxnSpPr>
        <p:spPr>
          <a:xfrm flipV="1">
            <a:off x="3167338" y="4713666"/>
            <a:ext cx="6775" cy="12457"/>
          </a:xfrm>
          <a:prstGeom prst="line">
            <a:avLst/>
          </a:prstGeom>
          <a:ln w="38100">
            <a:solidFill>
              <a:srgbClr val="51D5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7" name="Connector 136"/>
          <p:cNvCxnSpPr/>
          <p:nvPr/>
        </p:nvCxnSpPr>
        <p:spPr>
          <a:xfrm flipV="1">
            <a:off x="3174113" y="4701177"/>
            <a:ext cx="6667" cy="12489"/>
          </a:xfrm>
          <a:prstGeom prst="line">
            <a:avLst/>
          </a:prstGeom>
          <a:ln w="38100">
            <a:solidFill>
              <a:srgbClr val="51D5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8" name="Connector 137"/>
          <p:cNvCxnSpPr/>
          <p:nvPr/>
        </p:nvCxnSpPr>
        <p:spPr>
          <a:xfrm flipV="1">
            <a:off x="3180780" y="4688659"/>
            <a:ext cx="6561" cy="12518"/>
          </a:xfrm>
          <a:prstGeom prst="line">
            <a:avLst/>
          </a:prstGeom>
          <a:ln w="38100">
            <a:solidFill>
              <a:srgbClr val="51D5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9" name="Connector 138"/>
          <p:cNvCxnSpPr/>
          <p:nvPr/>
        </p:nvCxnSpPr>
        <p:spPr>
          <a:xfrm flipV="1">
            <a:off x="3187341" y="4676112"/>
            <a:ext cx="6460" cy="12547"/>
          </a:xfrm>
          <a:prstGeom prst="line">
            <a:avLst/>
          </a:prstGeom>
          <a:ln w="38100">
            <a:solidFill>
              <a:srgbClr val="51D5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0" name="Connector 139"/>
          <p:cNvCxnSpPr/>
          <p:nvPr/>
        </p:nvCxnSpPr>
        <p:spPr>
          <a:xfrm flipV="1">
            <a:off x="3193801" y="4663539"/>
            <a:ext cx="6362" cy="12573"/>
          </a:xfrm>
          <a:prstGeom prst="line">
            <a:avLst/>
          </a:prstGeom>
          <a:ln w="38100">
            <a:solidFill>
              <a:srgbClr val="51D5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1" name="Connector 140"/>
          <p:cNvCxnSpPr/>
          <p:nvPr/>
        </p:nvCxnSpPr>
        <p:spPr>
          <a:xfrm flipV="1">
            <a:off x="3200163" y="4650940"/>
            <a:ext cx="6270" cy="12599"/>
          </a:xfrm>
          <a:prstGeom prst="line">
            <a:avLst/>
          </a:prstGeom>
          <a:ln w="38100">
            <a:solidFill>
              <a:srgbClr val="51D5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2" name="Connector 141"/>
          <p:cNvCxnSpPr/>
          <p:nvPr/>
        </p:nvCxnSpPr>
        <p:spPr>
          <a:xfrm flipV="1">
            <a:off x="3206433" y="4638318"/>
            <a:ext cx="6180" cy="12622"/>
          </a:xfrm>
          <a:prstGeom prst="line">
            <a:avLst/>
          </a:prstGeom>
          <a:ln w="38100">
            <a:solidFill>
              <a:srgbClr val="51D5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3" name="Connector 142"/>
          <p:cNvCxnSpPr/>
          <p:nvPr/>
        </p:nvCxnSpPr>
        <p:spPr>
          <a:xfrm flipV="1">
            <a:off x="3212613" y="4625674"/>
            <a:ext cx="6096" cy="12644"/>
          </a:xfrm>
          <a:prstGeom prst="line">
            <a:avLst/>
          </a:prstGeom>
          <a:ln w="38100">
            <a:solidFill>
              <a:srgbClr val="51D5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4" name="Connector 143"/>
          <p:cNvCxnSpPr/>
          <p:nvPr/>
        </p:nvCxnSpPr>
        <p:spPr>
          <a:xfrm flipV="1">
            <a:off x="3218709" y="4613009"/>
            <a:ext cx="6016" cy="12665"/>
          </a:xfrm>
          <a:prstGeom prst="line">
            <a:avLst/>
          </a:prstGeom>
          <a:ln w="38100">
            <a:solidFill>
              <a:srgbClr val="51D5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5" name="Connector 144"/>
          <p:cNvCxnSpPr/>
          <p:nvPr/>
        </p:nvCxnSpPr>
        <p:spPr>
          <a:xfrm flipV="1">
            <a:off x="3224725" y="4600325"/>
            <a:ext cx="5940" cy="12684"/>
          </a:xfrm>
          <a:prstGeom prst="line">
            <a:avLst/>
          </a:prstGeom>
          <a:ln w="38100">
            <a:solidFill>
              <a:srgbClr val="51D5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6" name="Connector 145"/>
          <p:cNvCxnSpPr/>
          <p:nvPr/>
        </p:nvCxnSpPr>
        <p:spPr>
          <a:xfrm flipV="1">
            <a:off x="3230665" y="4587623"/>
            <a:ext cx="5869" cy="12702"/>
          </a:xfrm>
          <a:prstGeom prst="line">
            <a:avLst/>
          </a:prstGeom>
          <a:ln w="38100">
            <a:solidFill>
              <a:srgbClr val="51D5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7" name="Connector 146"/>
          <p:cNvCxnSpPr/>
          <p:nvPr/>
        </p:nvCxnSpPr>
        <p:spPr>
          <a:xfrm flipV="1">
            <a:off x="3236534" y="4574905"/>
            <a:ext cx="5802" cy="12718"/>
          </a:xfrm>
          <a:prstGeom prst="line">
            <a:avLst/>
          </a:prstGeom>
          <a:ln w="38100">
            <a:solidFill>
              <a:srgbClr val="51D5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8" name="Connector 147"/>
          <p:cNvCxnSpPr/>
          <p:nvPr/>
        </p:nvCxnSpPr>
        <p:spPr>
          <a:xfrm flipV="1">
            <a:off x="3242336" y="4562171"/>
            <a:ext cx="5740" cy="12734"/>
          </a:xfrm>
          <a:prstGeom prst="line">
            <a:avLst/>
          </a:prstGeom>
          <a:ln w="38100">
            <a:solidFill>
              <a:srgbClr val="51D5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9" name="Connector 148"/>
          <p:cNvCxnSpPr/>
          <p:nvPr/>
        </p:nvCxnSpPr>
        <p:spPr>
          <a:xfrm flipV="1">
            <a:off x="3248076" y="4549424"/>
            <a:ext cx="5682" cy="12747"/>
          </a:xfrm>
          <a:prstGeom prst="line">
            <a:avLst/>
          </a:prstGeom>
          <a:ln w="38100">
            <a:solidFill>
              <a:srgbClr val="51D5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0" name="Connector 149"/>
          <p:cNvCxnSpPr/>
          <p:nvPr/>
        </p:nvCxnSpPr>
        <p:spPr>
          <a:xfrm flipV="1">
            <a:off x="3253758" y="4536664"/>
            <a:ext cx="5629" cy="12760"/>
          </a:xfrm>
          <a:prstGeom prst="line">
            <a:avLst/>
          </a:prstGeom>
          <a:ln w="38100">
            <a:solidFill>
              <a:srgbClr val="51D5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1" name="Connector 150"/>
          <p:cNvCxnSpPr/>
          <p:nvPr/>
        </p:nvCxnSpPr>
        <p:spPr>
          <a:xfrm flipV="1">
            <a:off x="3259387" y="4523892"/>
            <a:ext cx="5581" cy="12772"/>
          </a:xfrm>
          <a:prstGeom prst="line">
            <a:avLst/>
          </a:prstGeom>
          <a:ln w="38100">
            <a:solidFill>
              <a:srgbClr val="51D5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2" name="Connector 151"/>
          <p:cNvCxnSpPr/>
          <p:nvPr/>
        </p:nvCxnSpPr>
        <p:spPr>
          <a:xfrm flipV="1">
            <a:off x="3264968" y="4511111"/>
            <a:ext cx="5538" cy="12781"/>
          </a:xfrm>
          <a:prstGeom prst="line">
            <a:avLst/>
          </a:prstGeom>
          <a:ln w="38100">
            <a:solidFill>
              <a:srgbClr val="51D5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3" name="Connector 152"/>
          <p:cNvCxnSpPr/>
          <p:nvPr/>
        </p:nvCxnSpPr>
        <p:spPr>
          <a:xfrm flipV="1">
            <a:off x="3270506" y="4498320"/>
            <a:ext cx="5498" cy="12791"/>
          </a:xfrm>
          <a:prstGeom prst="line">
            <a:avLst/>
          </a:prstGeom>
          <a:ln w="38100">
            <a:solidFill>
              <a:srgbClr val="51D5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4" name="Connector 153"/>
          <p:cNvCxnSpPr/>
          <p:nvPr/>
        </p:nvCxnSpPr>
        <p:spPr>
          <a:xfrm flipV="1">
            <a:off x="3276004" y="4485522"/>
            <a:ext cx="5465" cy="12798"/>
          </a:xfrm>
          <a:prstGeom prst="line">
            <a:avLst/>
          </a:prstGeom>
          <a:ln w="38100">
            <a:solidFill>
              <a:srgbClr val="51D5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5" name="Connector 154"/>
          <p:cNvCxnSpPr/>
          <p:nvPr/>
        </p:nvCxnSpPr>
        <p:spPr>
          <a:xfrm flipV="1">
            <a:off x="3281469" y="4472717"/>
            <a:ext cx="5435" cy="12805"/>
          </a:xfrm>
          <a:prstGeom prst="line">
            <a:avLst/>
          </a:prstGeom>
          <a:ln w="38100">
            <a:solidFill>
              <a:srgbClr val="51D5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6" name="Connector 155"/>
          <p:cNvCxnSpPr/>
          <p:nvPr/>
        </p:nvCxnSpPr>
        <p:spPr>
          <a:xfrm flipV="1">
            <a:off x="3286904" y="4459906"/>
            <a:ext cx="5411" cy="12811"/>
          </a:xfrm>
          <a:prstGeom prst="line">
            <a:avLst/>
          </a:prstGeom>
          <a:ln w="38100">
            <a:solidFill>
              <a:srgbClr val="51D5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7" name="Connector 156"/>
          <p:cNvCxnSpPr/>
          <p:nvPr/>
        </p:nvCxnSpPr>
        <p:spPr>
          <a:xfrm flipV="1">
            <a:off x="3292315" y="4447091"/>
            <a:ext cx="5392" cy="12815"/>
          </a:xfrm>
          <a:prstGeom prst="line">
            <a:avLst/>
          </a:prstGeom>
          <a:ln w="38100">
            <a:solidFill>
              <a:srgbClr val="51D5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8" name="Connector 157"/>
          <p:cNvCxnSpPr/>
          <p:nvPr/>
        </p:nvCxnSpPr>
        <p:spPr>
          <a:xfrm flipV="1">
            <a:off x="3297707" y="4434272"/>
            <a:ext cx="5377" cy="12819"/>
          </a:xfrm>
          <a:prstGeom prst="line">
            <a:avLst/>
          </a:prstGeom>
          <a:ln w="38100">
            <a:solidFill>
              <a:srgbClr val="51D5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9" name="Connector 158"/>
          <p:cNvCxnSpPr/>
          <p:nvPr/>
        </p:nvCxnSpPr>
        <p:spPr>
          <a:xfrm flipV="1">
            <a:off x="3303084" y="4421452"/>
            <a:ext cx="5367" cy="12820"/>
          </a:xfrm>
          <a:prstGeom prst="line">
            <a:avLst/>
          </a:prstGeom>
          <a:ln w="38100">
            <a:solidFill>
              <a:srgbClr val="51D5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0" name="Connector 159"/>
          <p:cNvCxnSpPr/>
          <p:nvPr/>
        </p:nvCxnSpPr>
        <p:spPr>
          <a:xfrm flipV="1">
            <a:off x="3308451" y="4408630"/>
            <a:ext cx="5363" cy="12822"/>
          </a:xfrm>
          <a:prstGeom prst="line">
            <a:avLst/>
          </a:prstGeom>
          <a:ln w="38100">
            <a:solidFill>
              <a:srgbClr val="51D5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1" name="Connector 160"/>
          <p:cNvCxnSpPr/>
          <p:nvPr/>
        </p:nvCxnSpPr>
        <p:spPr>
          <a:xfrm flipV="1">
            <a:off x="3313814" y="4395808"/>
            <a:ext cx="5362" cy="12822"/>
          </a:xfrm>
          <a:prstGeom prst="line">
            <a:avLst/>
          </a:prstGeom>
          <a:ln w="38100">
            <a:solidFill>
              <a:srgbClr val="51D5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2" name="Connector 161"/>
          <p:cNvCxnSpPr/>
          <p:nvPr/>
        </p:nvCxnSpPr>
        <p:spPr>
          <a:xfrm flipV="1">
            <a:off x="3319176" y="4382988"/>
            <a:ext cx="5367" cy="12820"/>
          </a:xfrm>
          <a:prstGeom prst="line">
            <a:avLst/>
          </a:prstGeom>
          <a:ln w="38100">
            <a:solidFill>
              <a:srgbClr val="51D5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3" name="Connector 162"/>
          <p:cNvCxnSpPr/>
          <p:nvPr/>
        </p:nvCxnSpPr>
        <p:spPr>
          <a:xfrm flipV="1">
            <a:off x="3324543" y="4370169"/>
            <a:ext cx="5377" cy="12819"/>
          </a:xfrm>
          <a:prstGeom prst="line">
            <a:avLst/>
          </a:prstGeom>
          <a:ln w="38100">
            <a:solidFill>
              <a:srgbClr val="51D5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4" name="Connector 163"/>
          <p:cNvCxnSpPr/>
          <p:nvPr/>
        </p:nvCxnSpPr>
        <p:spPr>
          <a:xfrm flipV="1">
            <a:off x="3329920" y="4357354"/>
            <a:ext cx="5392" cy="12815"/>
          </a:xfrm>
          <a:prstGeom prst="line">
            <a:avLst/>
          </a:prstGeom>
          <a:ln w="38100">
            <a:solidFill>
              <a:srgbClr val="51D5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5" name="Connector 164"/>
          <p:cNvCxnSpPr/>
          <p:nvPr/>
        </p:nvCxnSpPr>
        <p:spPr>
          <a:xfrm flipV="1">
            <a:off x="3335312" y="4344543"/>
            <a:ext cx="5411" cy="12811"/>
          </a:xfrm>
          <a:prstGeom prst="line">
            <a:avLst/>
          </a:prstGeom>
          <a:ln w="38100">
            <a:solidFill>
              <a:srgbClr val="51D5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6" name="Connector 165"/>
          <p:cNvCxnSpPr/>
          <p:nvPr/>
        </p:nvCxnSpPr>
        <p:spPr>
          <a:xfrm flipV="1">
            <a:off x="3340723" y="4331738"/>
            <a:ext cx="5436" cy="12805"/>
          </a:xfrm>
          <a:prstGeom prst="line">
            <a:avLst/>
          </a:prstGeom>
          <a:ln w="38100">
            <a:solidFill>
              <a:srgbClr val="51D5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7" name="Connector 166"/>
          <p:cNvCxnSpPr/>
          <p:nvPr/>
        </p:nvCxnSpPr>
        <p:spPr>
          <a:xfrm flipV="1">
            <a:off x="3346159" y="4318940"/>
            <a:ext cx="5464" cy="12798"/>
          </a:xfrm>
          <a:prstGeom prst="line">
            <a:avLst/>
          </a:prstGeom>
          <a:ln w="38100">
            <a:solidFill>
              <a:srgbClr val="51D5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8" name="Connector 167"/>
          <p:cNvCxnSpPr/>
          <p:nvPr/>
        </p:nvCxnSpPr>
        <p:spPr>
          <a:xfrm flipV="1">
            <a:off x="3351623" y="4306149"/>
            <a:ext cx="5499" cy="12791"/>
          </a:xfrm>
          <a:prstGeom prst="line">
            <a:avLst/>
          </a:prstGeom>
          <a:ln w="38100">
            <a:solidFill>
              <a:srgbClr val="51D5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9" name="Connector 168"/>
          <p:cNvCxnSpPr/>
          <p:nvPr/>
        </p:nvCxnSpPr>
        <p:spPr>
          <a:xfrm flipV="1">
            <a:off x="3357122" y="4293368"/>
            <a:ext cx="5537" cy="12781"/>
          </a:xfrm>
          <a:prstGeom prst="line">
            <a:avLst/>
          </a:prstGeom>
          <a:ln w="38100">
            <a:solidFill>
              <a:srgbClr val="51D5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0" name="Connector 169"/>
          <p:cNvCxnSpPr/>
          <p:nvPr/>
        </p:nvCxnSpPr>
        <p:spPr>
          <a:xfrm flipV="1">
            <a:off x="3362659" y="4280596"/>
            <a:ext cx="5581" cy="12772"/>
          </a:xfrm>
          <a:prstGeom prst="line">
            <a:avLst/>
          </a:prstGeom>
          <a:ln w="38100">
            <a:solidFill>
              <a:srgbClr val="51D5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1" name="Connector 170"/>
          <p:cNvCxnSpPr/>
          <p:nvPr/>
        </p:nvCxnSpPr>
        <p:spPr>
          <a:xfrm flipV="1">
            <a:off x="3368240" y="4267836"/>
            <a:ext cx="5630" cy="12760"/>
          </a:xfrm>
          <a:prstGeom prst="line">
            <a:avLst/>
          </a:prstGeom>
          <a:ln w="38100">
            <a:solidFill>
              <a:srgbClr val="51D5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2" name="Connector 171"/>
          <p:cNvCxnSpPr/>
          <p:nvPr/>
        </p:nvCxnSpPr>
        <p:spPr>
          <a:xfrm flipV="1">
            <a:off x="3373870" y="4255089"/>
            <a:ext cx="5682" cy="12747"/>
          </a:xfrm>
          <a:prstGeom prst="line">
            <a:avLst/>
          </a:prstGeom>
          <a:ln w="38100">
            <a:solidFill>
              <a:srgbClr val="51D5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3" name="Connector 172"/>
          <p:cNvCxnSpPr/>
          <p:nvPr/>
        </p:nvCxnSpPr>
        <p:spPr>
          <a:xfrm flipV="1">
            <a:off x="3379552" y="4242355"/>
            <a:ext cx="5740" cy="12734"/>
          </a:xfrm>
          <a:prstGeom prst="line">
            <a:avLst/>
          </a:prstGeom>
          <a:ln w="38100">
            <a:solidFill>
              <a:srgbClr val="51D5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" name="Connector 173"/>
          <p:cNvCxnSpPr/>
          <p:nvPr/>
        </p:nvCxnSpPr>
        <p:spPr>
          <a:xfrm flipV="1">
            <a:off x="3385292" y="4229637"/>
            <a:ext cx="5802" cy="12718"/>
          </a:xfrm>
          <a:prstGeom prst="line">
            <a:avLst/>
          </a:prstGeom>
          <a:ln w="38100">
            <a:solidFill>
              <a:srgbClr val="51D5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5" name="Connector 174"/>
          <p:cNvCxnSpPr/>
          <p:nvPr/>
        </p:nvCxnSpPr>
        <p:spPr>
          <a:xfrm flipV="1">
            <a:off x="3391094" y="4216935"/>
            <a:ext cx="5868" cy="12702"/>
          </a:xfrm>
          <a:prstGeom prst="line">
            <a:avLst/>
          </a:prstGeom>
          <a:ln w="38100">
            <a:solidFill>
              <a:srgbClr val="51D5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6" name="Connector 175"/>
          <p:cNvCxnSpPr/>
          <p:nvPr/>
        </p:nvCxnSpPr>
        <p:spPr>
          <a:xfrm flipV="1">
            <a:off x="3396962" y="4204251"/>
            <a:ext cx="5940" cy="12684"/>
          </a:xfrm>
          <a:prstGeom prst="line">
            <a:avLst/>
          </a:prstGeom>
          <a:ln w="38100">
            <a:solidFill>
              <a:srgbClr val="51D5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7" name="Connector 176"/>
          <p:cNvCxnSpPr/>
          <p:nvPr/>
        </p:nvCxnSpPr>
        <p:spPr>
          <a:xfrm flipV="1">
            <a:off x="3402902" y="4191586"/>
            <a:ext cx="6016" cy="12665"/>
          </a:xfrm>
          <a:prstGeom prst="line">
            <a:avLst/>
          </a:prstGeom>
          <a:ln w="38100">
            <a:solidFill>
              <a:srgbClr val="51D5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8" name="Connector 177"/>
          <p:cNvCxnSpPr/>
          <p:nvPr/>
        </p:nvCxnSpPr>
        <p:spPr>
          <a:xfrm flipV="1">
            <a:off x="3408918" y="4178942"/>
            <a:ext cx="6096" cy="12644"/>
          </a:xfrm>
          <a:prstGeom prst="line">
            <a:avLst/>
          </a:prstGeom>
          <a:ln w="38100">
            <a:solidFill>
              <a:srgbClr val="51D5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9" name="Connector 178"/>
          <p:cNvCxnSpPr/>
          <p:nvPr/>
        </p:nvCxnSpPr>
        <p:spPr>
          <a:xfrm flipV="1">
            <a:off x="3415014" y="4166320"/>
            <a:ext cx="6181" cy="12622"/>
          </a:xfrm>
          <a:prstGeom prst="line">
            <a:avLst/>
          </a:prstGeom>
          <a:ln w="38100">
            <a:solidFill>
              <a:srgbClr val="51D5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0" name="Connector 179"/>
          <p:cNvCxnSpPr/>
          <p:nvPr/>
        </p:nvCxnSpPr>
        <p:spPr>
          <a:xfrm flipV="1">
            <a:off x="3421195" y="4153721"/>
            <a:ext cx="6269" cy="12599"/>
          </a:xfrm>
          <a:prstGeom prst="line">
            <a:avLst/>
          </a:prstGeom>
          <a:ln w="38100">
            <a:solidFill>
              <a:srgbClr val="51D5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1" name="Connector 180"/>
          <p:cNvCxnSpPr/>
          <p:nvPr/>
        </p:nvCxnSpPr>
        <p:spPr>
          <a:xfrm flipV="1">
            <a:off x="3427464" y="4141148"/>
            <a:ext cx="6363" cy="12573"/>
          </a:xfrm>
          <a:prstGeom prst="line">
            <a:avLst/>
          </a:prstGeom>
          <a:ln w="38100">
            <a:solidFill>
              <a:srgbClr val="51D5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2" name="Connector 181"/>
          <p:cNvCxnSpPr/>
          <p:nvPr/>
        </p:nvCxnSpPr>
        <p:spPr>
          <a:xfrm flipV="1">
            <a:off x="3433827" y="4128601"/>
            <a:ext cx="6460" cy="12547"/>
          </a:xfrm>
          <a:prstGeom prst="line">
            <a:avLst/>
          </a:prstGeom>
          <a:ln w="38100">
            <a:solidFill>
              <a:srgbClr val="51D5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3" name="Connector 182"/>
          <p:cNvCxnSpPr/>
          <p:nvPr/>
        </p:nvCxnSpPr>
        <p:spPr>
          <a:xfrm flipV="1">
            <a:off x="3440287" y="4116083"/>
            <a:ext cx="6561" cy="12518"/>
          </a:xfrm>
          <a:prstGeom prst="line">
            <a:avLst/>
          </a:prstGeom>
          <a:ln w="38100">
            <a:solidFill>
              <a:srgbClr val="51D5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4" name="Connector 183"/>
          <p:cNvCxnSpPr/>
          <p:nvPr/>
        </p:nvCxnSpPr>
        <p:spPr>
          <a:xfrm flipV="1">
            <a:off x="3446848" y="4103594"/>
            <a:ext cx="6666" cy="12489"/>
          </a:xfrm>
          <a:prstGeom prst="line">
            <a:avLst/>
          </a:prstGeom>
          <a:ln w="38100">
            <a:solidFill>
              <a:srgbClr val="51D5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5" name="Connector 184"/>
          <p:cNvCxnSpPr/>
          <p:nvPr/>
        </p:nvCxnSpPr>
        <p:spPr>
          <a:xfrm flipV="1">
            <a:off x="3453514" y="4091137"/>
            <a:ext cx="6776" cy="12457"/>
          </a:xfrm>
          <a:prstGeom prst="line">
            <a:avLst/>
          </a:prstGeom>
          <a:ln w="38100">
            <a:solidFill>
              <a:srgbClr val="51D5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6" name="Connector 185"/>
          <p:cNvCxnSpPr/>
          <p:nvPr/>
        </p:nvCxnSpPr>
        <p:spPr>
          <a:xfrm flipV="1">
            <a:off x="3460290" y="4078714"/>
            <a:ext cx="6889" cy="12423"/>
          </a:xfrm>
          <a:prstGeom prst="line">
            <a:avLst/>
          </a:prstGeom>
          <a:ln w="38100">
            <a:solidFill>
              <a:srgbClr val="51D5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7" name="Connector 186"/>
          <p:cNvCxnSpPr/>
          <p:nvPr/>
        </p:nvCxnSpPr>
        <p:spPr>
          <a:xfrm flipV="1">
            <a:off x="3467179" y="4066326"/>
            <a:ext cx="7005" cy="12388"/>
          </a:xfrm>
          <a:prstGeom prst="line">
            <a:avLst/>
          </a:prstGeom>
          <a:ln w="38100">
            <a:solidFill>
              <a:srgbClr val="51D5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8" name="Connector 187"/>
          <p:cNvCxnSpPr/>
          <p:nvPr/>
        </p:nvCxnSpPr>
        <p:spPr>
          <a:xfrm flipV="1">
            <a:off x="3474184" y="4053975"/>
            <a:ext cx="7126" cy="12351"/>
          </a:xfrm>
          <a:prstGeom prst="line">
            <a:avLst/>
          </a:prstGeom>
          <a:ln w="38100">
            <a:solidFill>
              <a:srgbClr val="51D5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9" name="Connector 188"/>
          <p:cNvCxnSpPr/>
          <p:nvPr/>
        </p:nvCxnSpPr>
        <p:spPr>
          <a:xfrm flipV="1">
            <a:off x="3481310" y="4041662"/>
            <a:ext cx="7250" cy="12313"/>
          </a:xfrm>
          <a:prstGeom prst="line">
            <a:avLst/>
          </a:prstGeom>
          <a:ln w="38100">
            <a:solidFill>
              <a:srgbClr val="51D5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0" name="Connector 189"/>
          <p:cNvCxnSpPr/>
          <p:nvPr/>
        </p:nvCxnSpPr>
        <p:spPr>
          <a:xfrm flipV="1">
            <a:off x="3488560" y="4029391"/>
            <a:ext cx="7378" cy="12271"/>
          </a:xfrm>
          <a:prstGeom prst="line">
            <a:avLst/>
          </a:prstGeom>
          <a:ln w="38100">
            <a:solidFill>
              <a:srgbClr val="51D5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1" name="Connector 190"/>
          <p:cNvCxnSpPr/>
          <p:nvPr/>
        </p:nvCxnSpPr>
        <p:spPr>
          <a:xfrm flipV="1">
            <a:off x="3495938" y="4017162"/>
            <a:ext cx="7509" cy="12229"/>
          </a:xfrm>
          <a:prstGeom prst="line">
            <a:avLst/>
          </a:prstGeom>
          <a:ln w="38100">
            <a:solidFill>
              <a:srgbClr val="51D5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2" name="Connector 191"/>
          <p:cNvCxnSpPr/>
          <p:nvPr/>
        </p:nvCxnSpPr>
        <p:spPr>
          <a:xfrm flipV="1">
            <a:off x="3503447" y="4004978"/>
            <a:ext cx="7643" cy="12184"/>
          </a:xfrm>
          <a:prstGeom prst="line">
            <a:avLst/>
          </a:prstGeom>
          <a:ln w="38100">
            <a:solidFill>
              <a:srgbClr val="51D5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3" name="Connector 192"/>
          <p:cNvCxnSpPr/>
          <p:nvPr/>
        </p:nvCxnSpPr>
        <p:spPr>
          <a:xfrm flipV="1">
            <a:off x="3511090" y="3992841"/>
            <a:ext cx="7780" cy="12137"/>
          </a:xfrm>
          <a:prstGeom prst="line">
            <a:avLst/>
          </a:prstGeom>
          <a:ln w="38100">
            <a:solidFill>
              <a:srgbClr val="51D5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4" name="Connector 193"/>
          <p:cNvCxnSpPr/>
          <p:nvPr/>
        </p:nvCxnSpPr>
        <p:spPr>
          <a:xfrm flipV="1">
            <a:off x="3518870" y="3980753"/>
            <a:ext cx="7920" cy="12088"/>
          </a:xfrm>
          <a:prstGeom prst="line">
            <a:avLst/>
          </a:prstGeom>
          <a:ln w="38100">
            <a:solidFill>
              <a:srgbClr val="51D5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5" name="Connector 194"/>
          <p:cNvCxnSpPr/>
          <p:nvPr/>
        </p:nvCxnSpPr>
        <p:spPr>
          <a:xfrm flipV="1">
            <a:off x="3526790" y="3968716"/>
            <a:ext cx="8064" cy="12037"/>
          </a:xfrm>
          <a:prstGeom prst="line">
            <a:avLst/>
          </a:prstGeom>
          <a:ln w="38100">
            <a:solidFill>
              <a:srgbClr val="51D5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6" name="Connector 195"/>
          <p:cNvCxnSpPr/>
          <p:nvPr/>
        </p:nvCxnSpPr>
        <p:spPr>
          <a:xfrm flipV="1">
            <a:off x="3534854" y="3956732"/>
            <a:ext cx="8210" cy="11984"/>
          </a:xfrm>
          <a:prstGeom prst="line">
            <a:avLst/>
          </a:prstGeom>
          <a:ln w="38100">
            <a:solidFill>
              <a:srgbClr val="51D5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7" name="Connector 196"/>
          <p:cNvCxnSpPr/>
          <p:nvPr/>
        </p:nvCxnSpPr>
        <p:spPr>
          <a:xfrm flipV="1">
            <a:off x="3543064" y="3944804"/>
            <a:ext cx="8359" cy="11928"/>
          </a:xfrm>
          <a:prstGeom prst="line">
            <a:avLst/>
          </a:prstGeom>
          <a:ln w="38100">
            <a:solidFill>
              <a:srgbClr val="51D5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8" name="Connector 197"/>
          <p:cNvCxnSpPr/>
          <p:nvPr/>
        </p:nvCxnSpPr>
        <p:spPr>
          <a:xfrm flipV="1">
            <a:off x="3551423" y="3932933"/>
            <a:ext cx="8510" cy="11871"/>
          </a:xfrm>
          <a:prstGeom prst="line">
            <a:avLst/>
          </a:prstGeom>
          <a:ln w="38100">
            <a:solidFill>
              <a:srgbClr val="51D5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9" name="Connector 198"/>
          <p:cNvCxnSpPr/>
          <p:nvPr/>
        </p:nvCxnSpPr>
        <p:spPr>
          <a:xfrm flipV="1">
            <a:off x="3559933" y="3921123"/>
            <a:ext cx="8664" cy="11810"/>
          </a:xfrm>
          <a:prstGeom prst="line">
            <a:avLst/>
          </a:prstGeom>
          <a:ln w="38100">
            <a:solidFill>
              <a:srgbClr val="51D5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0" name="Connector 199"/>
          <p:cNvCxnSpPr/>
          <p:nvPr/>
        </p:nvCxnSpPr>
        <p:spPr>
          <a:xfrm flipV="1">
            <a:off x="3568597" y="3909374"/>
            <a:ext cx="8820" cy="11749"/>
          </a:xfrm>
          <a:prstGeom prst="line">
            <a:avLst/>
          </a:prstGeom>
          <a:ln w="38100">
            <a:solidFill>
              <a:srgbClr val="51D5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1" name="Connector 200"/>
          <p:cNvCxnSpPr/>
          <p:nvPr/>
        </p:nvCxnSpPr>
        <p:spPr>
          <a:xfrm flipV="1">
            <a:off x="3577417" y="3897690"/>
            <a:ext cx="8978" cy="11684"/>
          </a:xfrm>
          <a:prstGeom prst="line">
            <a:avLst/>
          </a:prstGeom>
          <a:ln w="38100">
            <a:solidFill>
              <a:srgbClr val="51D5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2" name="Connector 201"/>
          <p:cNvCxnSpPr/>
          <p:nvPr/>
        </p:nvCxnSpPr>
        <p:spPr>
          <a:xfrm flipV="1">
            <a:off x="3586395" y="3886074"/>
            <a:ext cx="9139" cy="11616"/>
          </a:xfrm>
          <a:prstGeom prst="line">
            <a:avLst/>
          </a:prstGeom>
          <a:ln w="38100">
            <a:solidFill>
              <a:srgbClr val="51D5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3" name="Connector 202"/>
          <p:cNvCxnSpPr/>
          <p:nvPr/>
        </p:nvCxnSpPr>
        <p:spPr>
          <a:xfrm flipV="1">
            <a:off x="3595534" y="3874527"/>
            <a:ext cx="9301" cy="11547"/>
          </a:xfrm>
          <a:prstGeom prst="line">
            <a:avLst/>
          </a:prstGeom>
          <a:ln w="38100">
            <a:solidFill>
              <a:srgbClr val="51D5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4" name="Connector 203"/>
          <p:cNvCxnSpPr/>
          <p:nvPr/>
        </p:nvCxnSpPr>
        <p:spPr>
          <a:xfrm flipV="1">
            <a:off x="3604835" y="3863051"/>
            <a:ext cx="9465" cy="11476"/>
          </a:xfrm>
          <a:prstGeom prst="line">
            <a:avLst/>
          </a:prstGeom>
          <a:ln w="38100">
            <a:solidFill>
              <a:srgbClr val="51D5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5" name="Connector 204"/>
          <p:cNvCxnSpPr/>
          <p:nvPr/>
        </p:nvCxnSpPr>
        <p:spPr>
          <a:xfrm flipV="1">
            <a:off x="3614300" y="3851650"/>
            <a:ext cx="9631" cy="11401"/>
          </a:xfrm>
          <a:prstGeom prst="line">
            <a:avLst/>
          </a:prstGeom>
          <a:ln w="38100">
            <a:solidFill>
              <a:srgbClr val="51D5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6" name="Connector 205"/>
          <p:cNvCxnSpPr/>
          <p:nvPr/>
        </p:nvCxnSpPr>
        <p:spPr>
          <a:xfrm flipV="1">
            <a:off x="3623931" y="3840326"/>
            <a:ext cx="9798" cy="11324"/>
          </a:xfrm>
          <a:prstGeom prst="line">
            <a:avLst/>
          </a:prstGeom>
          <a:ln w="38100">
            <a:solidFill>
              <a:srgbClr val="51D5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7" name="Connector 206"/>
          <p:cNvCxnSpPr/>
          <p:nvPr/>
        </p:nvCxnSpPr>
        <p:spPr>
          <a:xfrm flipV="1">
            <a:off x="3633729" y="3829081"/>
            <a:ext cx="9966" cy="11245"/>
          </a:xfrm>
          <a:prstGeom prst="line">
            <a:avLst/>
          </a:prstGeom>
          <a:ln w="38100">
            <a:solidFill>
              <a:srgbClr val="51D5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8" name="Connector 207"/>
          <p:cNvCxnSpPr/>
          <p:nvPr/>
        </p:nvCxnSpPr>
        <p:spPr>
          <a:xfrm flipV="1">
            <a:off x="3643695" y="3817919"/>
            <a:ext cx="10136" cy="11162"/>
          </a:xfrm>
          <a:prstGeom prst="line">
            <a:avLst/>
          </a:prstGeom>
          <a:ln w="38100">
            <a:solidFill>
              <a:srgbClr val="51D5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9" name="Connector 208"/>
          <p:cNvCxnSpPr/>
          <p:nvPr/>
        </p:nvCxnSpPr>
        <p:spPr>
          <a:xfrm flipV="1">
            <a:off x="3653831" y="3806840"/>
            <a:ext cx="10306" cy="11079"/>
          </a:xfrm>
          <a:prstGeom prst="line">
            <a:avLst/>
          </a:prstGeom>
          <a:ln w="38100">
            <a:solidFill>
              <a:srgbClr val="51D5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0" name="Connector 209"/>
          <p:cNvCxnSpPr/>
          <p:nvPr/>
        </p:nvCxnSpPr>
        <p:spPr>
          <a:xfrm flipV="1">
            <a:off x="3664137" y="3795848"/>
            <a:ext cx="10479" cy="10992"/>
          </a:xfrm>
          <a:prstGeom prst="line">
            <a:avLst/>
          </a:prstGeom>
          <a:ln w="38100">
            <a:solidFill>
              <a:srgbClr val="51D5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1" name="Connector 210"/>
          <p:cNvCxnSpPr/>
          <p:nvPr/>
        </p:nvCxnSpPr>
        <p:spPr>
          <a:xfrm flipV="1">
            <a:off x="3674616" y="3784946"/>
            <a:ext cx="10650" cy="10902"/>
          </a:xfrm>
          <a:prstGeom prst="line">
            <a:avLst/>
          </a:prstGeom>
          <a:ln w="38100">
            <a:solidFill>
              <a:srgbClr val="51D5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2" name="Connector 211"/>
          <p:cNvCxnSpPr/>
          <p:nvPr/>
        </p:nvCxnSpPr>
        <p:spPr>
          <a:xfrm flipV="1">
            <a:off x="3685266" y="3774136"/>
            <a:ext cx="10824" cy="10810"/>
          </a:xfrm>
          <a:prstGeom prst="line">
            <a:avLst/>
          </a:prstGeom>
          <a:ln w="38100">
            <a:solidFill>
              <a:srgbClr val="51D5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3" name="Connector 212"/>
          <p:cNvCxnSpPr/>
          <p:nvPr/>
        </p:nvCxnSpPr>
        <p:spPr>
          <a:xfrm flipV="1">
            <a:off x="3696090" y="3763420"/>
            <a:ext cx="10997" cy="10716"/>
          </a:xfrm>
          <a:prstGeom prst="line">
            <a:avLst/>
          </a:prstGeom>
          <a:ln w="38100">
            <a:solidFill>
              <a:srgbClr val="51D5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4" name="Connector 213"/>
          <p:cNvCxnSpPr/>
          <p:nvPr/>
        </p:nvCxnSpPr>
        <p:spPr>
          <a:xfrm flipV="1">
            <a:off x="3707087" y="3752802"/>
            <a:ext cx="11171" cy="10618"/>
          </a:xfrm>
          <a:prstGeom prst="line">
            <a:avLst/>
          </a:prstGeom>
          <a:ln w="38100">
            <a:solidFill>
              <a:srgbClr val="51D5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5" name="Connector 214"/>
          <p:cNvCxnSpPr/>
          <p:nvPr/>
        </p:nvCxnSpPr>
        <p:spPr>
          <a:xfrm flipV="1">
            <a:off x="3718258" y="3742283"/>
            <a:ext cx="11344" cy="10519"/>
          </a:xfrm>
          <a:prstGeom prst="line">
            <a:avLst/>
          </a:prstGeom>
          <a:ln w="38100">
            <a:solidFill>
              <a:srgbClr val="51D5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6" name="Connector 215"/>
          <p:cNvCxnSpPr/>
          <p:nvPr/>
        </p:nvCxnSpPr>
        <p:spPr>
          <a:xfrm flipV="1">
            <a:off x="3729602" y="3731866"/>
            <a:ext cx="11519" cy="10417"/>
          </a:xfrm>
          <a:prstGeom prst="line">
            <a:avLst/>
          </a:prstGeom>
          <a:ln w="38100">
            <a:solidFill>
              <a:srgbClr val="51D5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7" name="Connector 216"/>
          <p:cNvCxnSpPr/>
          <p:nvPr/>
        </p:nvCxnSpPr>
        <p:spPr>
          <a:xfrm flipV="1">
            <a:off x="3741121" y="3721554"/>
            <a:ext cx="11692" cy="10312"/>
          </a:xfrm>
          <a:prstGeom prst="line">
            <a:avLst/>
          </a:prstGeom>
          <a:ln w="38100">
            <a:solidFill>
              <a:srgbClr val="51D5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8" name="Connector 217"/>
          <p:cNvCxnSpPr/>
          <p:nvPr/>
        </p:nvCxnSpPr>
        <p:spPr>
          <a:xfrm flipV="1">
            <a:off x="3752813" y="3711349"/>
            <a:ext cx="11865" cy="10205"/>
          </a:xfrm>
          <a:prstGeom prst="line">
            <a:avLst/>
          </a:prstGeom>
          <a:ln w="38100">
            <a:solidFill>
              <a:srgbClr val="51D5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9" name="Connector 218"/>
          <p:cNvCxnSpPr/>
          <p:nvPr/>
        </p:nvCxnSpPr>
        <p:spPr>
          <a:xfrm flipV="1">
            <a:off x="3764678" y="3701253"/>
            <a:ext cx="12039" cy="10096"/>
          </a:xfrm>
          <a:prstGeom prst="line">
            <a:avLst/>
          </a:prstGeom>
          <a:ln w="38100">
            <a:solidFill>
              <a:srgbClr val="51D5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0" name="Connector 219"/>
          <p:cNvCxnSpPr/>
          <p:nvPr/>
        </p:nvCxnSpPr>
        <p:spPr>
          <a:xfrm flipV="1">
            <a:off x="3776717" y="3691269"/>
            <a:ext cx="12211" cy="9984"/>
          </a:xfrm>
          <a:prstGeom prst="line">
            <a:avLst/>
          </a:prstGeom>
          <a:ln w="38100">
            <a:solidFill>
              <a:srgbClr val="51D5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1" name="Connector 220"/>
          <p:cNvCxnSpPr/>
          <p:nvPr/>
        </p:nvCxnSpPr>
        <p:spPr>
          <a:xfrm flipV="1">
            <a:off x="3788928" y="3681400"/>
            <a:ext cx="12383" cy="9869"/>
          </a:xfrm>
          <a:prstGeom prst="line">
            <a:avLst/>
          </a:prstGeom>
          <a:ln w="38100">
            <a:solidFill>
              <a:srgbClr val="51D5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2" name="Connector 221"/>
          <p:cNvCxnSpPr/>
          <p:nvPr/>
        </p:nvCxnSpPr>
        <p:spPr>
          <a:xfrm flipV="1">
            <a:off x="3801311" y="3671648"/>
            <a:ext cx="12553" cy="9752"/>
          </a:xfrm>
          <a:prstGeom prst="line">
            <a:avLst/>
          </a:prstGeom>
          <a:ln w="38100">
            <a:solidFill>
              <a:srgbClr val="51D5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3" name="Connector 222"/>
          <p:cNvCxnSpPr/>
          <p:nvPr/>
        </p:nvCxnSpPr>
        <p:spPr>
          <a:xfrm flipV="1">
            <a:off x="3813864" y="3662014"/>
            <a:ext cx="12723" cy="9634"/>
          </a:xfrm>
          <a:prstGeom prst="line">
            <a:avLst/>
          </a:prstGeom>
          <a:ln w="38100">
            <a:solidFill>
              <a:srgbClr val="51D5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4" name="Connector 223"/>
          <p:cNvCxnSpPr/>
          <p:nvPr/>
        </p:nvCxnSpPr>
        <p:spPr>
          <a:xfrm flipV="1">
            <a:off x="3826587" y="3652502"/>
            <a:ext cx="12892" cy="9512"/>
          </a:xfrm>
          <a:prstGeom prst="line">
            <a:avLst/>
          </a:prstGeom>
          <a:ln w="38100">
            <a:solidFill>
              <a:srgbClr val="51D5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5" name="Connector 224"/>
          <p:cNvCxnSpPr/>
          <p:nvPr/>
        </p:nvCxnSpPr>
        <p:spPr>
          <a:xfrm flipV="1">
            <a:off x="3839479" y="3643113"/>
            <a:ext cx="13059" cy="9389"/>
          </a:xfrm>
          <a:prstGeom prst="line">
            <a:avLst/>
          </a:prstGeom>
          <a:ln w="38100">
            <a:solidFill>
              <a:srgbClr val="51D5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6" name="Connector 225"/>
          <p:cNvCxnSpPr/>
          <p:nvPr/>
        </p:nvCxnSpPr>
        <p:spPr>
          <a:xfrm flipV="1">
            <a:off x="3852538" y="3633850"/>
            <a:ext cx="13225" cy="9263"/>
          </a:xfrm>
          <a:prstGeom prst="line">
            <a:avLst/>
          </a:prstGeom>
          <a:ln w="38100">
            <a:solidFill>
              <a:srgbClr val="51D5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7" name="Connector 226"/>
          <p:cNvCxnSpPr/>
          <p:nvPr/>
        </p:nvCxnSpPr>
        <p:spPr>
          <a:xfrm flipV="1">
            <a:off x="3865763" y="3624715"/>
            <a:ext cx="13389" cy="9135"/>
          </a:xfrm>
          <a:prstGeom prst="line">
            <a:avLst/>
          </a:prstGeom>
          <a:ln w="38100">
            <a:solidFill>
              <a:srgbClr val="51D5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8" name="Connector 227"/>
          <p:cNvCxnSpPr/>
          <p:nvPr/>
        </p:nvCxnSpPr>
        <p:spPr>
          <a:xfrm flipV="1">
            <a:off x="3879152" y="3615709"/>
            <a:ext cx="13552" cy="9006"/>
          </a:xfrm>
          <a:prstGeom prst="line">
            <a:avLst/>
          </a:prstGeom>
          <a:ln w="38100">
            <a:solidFill>
              <a:srgbClr val="51D5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9" name="Connector 228"/>
          <p:cNvCxnSpPr/>
          <p:nvPr/>
        </p:nvCxnSpPr>
        <p:spPr>
          <a:xfrm flipV="1">
            <a:off x="3892704" y="3606836"/>
            <a:ext cx="13712" cy="8873"/>
          </a:xfrm>
          <a:prstGeom prst="line">
            <a:avLst/>
          </a:prstGeom>
          <a:ln w="38100">
            <a:solidFill>
              <a:srgbClr val="51D5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0" name="Connector 229"/>
          <p:cNvCxnSpPr/>
          <p:nvPr/>
        </p:nvCxnSpPr>
        <p:spPr>
          <a:xfrm flipV="1">
            <a:off x="3906416" y="3598096"/>
            <a:ext cx="13872" cy="8740"/>
          </a:xfrm>
          <a:prstGeom prst="line">
            <a:avLst/>
          </a:prstGeom>
          <a:ln w="38100">
            <a:solidFill>
              <a:srgbClr val="51D5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1" name="Connector 230"/>
          <p:cNvCxnSpPr/>
          <p:nvPr/>
        </p:nvCxnSpPr>
        <p:spPr>
          <a:xfrm flipV="1">
            <a:off x="3920288" y="3589492"/>
            <a:ext cx="14028" cy="8604"/>
          </a:xfrm>
          <a:prstGeom prst="line">
            <a:avLst/>
          </a:prstGeom>
          <a:ln w="38100">
            <a:solidFill>
              <a:srgbClr val="51D5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2" name="Connector 231"/>
          <p:cNvCxnSpPr/>
          <p:nvPr/>
        </p:nvCxnSpPr>
        <p:spPr>
          <a:xfrm flipV="1">
            <a:off x="3934316" y="3581025"/>
            <a:ext cx="14183" cy="8467"/>
          </a:xfrm>
          <a:prstGeom prst="line">
            <a:avLst/>
          </a:prstGeom>
          <a:ln w="38100">
            <a:solidFill>
              <a:srgbClr val="51D5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3" name="Connector 232"/>
          <p:cNvCxnSpPr/>
          <p:nvPr/>
        </p:nvCxnSpPr>
        <p:spPr>
          <a:xfrm flipV="1">
            <a:off x="3948499" y="3572698"/>
            <a:ext cx="14335" cy="8327"/>
          </a:xfrm>
          <a:prstGeom prst="line">
            <a:avLst/>
          </a:prstGeom>
          <a:ln w="38100">
            <a:solidFill>
              <a:srgbClr val="51D5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4" name="Connector 233"/>
          <p:cNvCxnSpPr/>
          <p:nvPr/>
        </p:nvCxnSpPr>
        <p:spPr>
          <a:xfrm flipV="1">
            <a:off x="3962834" y="3564511"/>
            <a:ext cx="14485" cy="8187"/>
          </a:xfrm>
          <a:prstGeom prst="line">
            <a:avLst/>
          </a:prstGeom>
          <a:ln w="38100">
            <a:solidFill>
              <a:srgbClr val="51D5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5" name="Connector 234"/>
          <p:cNvCxnSpPr/>
          <p:nvPr/>
        </p:nvCxnSpPr>
        <p:spPr>
          <a:xfrm flipV="1">
            <a:off x="3977319" y="3556466"/>
            <a:ext cx="14633" cy="8045"/>
          </a:xfrm>
          <a:prstGeom prst="line">
            <a:avLst/>
          </a:prstGeom>
          <a:ln w="38100">
            <a:solidFill>
              <a:srgbClr val="51D5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6" name="Connector 235"/>
          <p:cNvCxnSpPr/>
          <p:nvPr/>
        </p:nvCxnSpPr>
        <p:spPr>
          <a:xfrm flipV="1">
            <a:off x="3991952" y="3548566"/>
            <a:ext cx="14778" cy="7900"/>
          </a:xfrm>
          <a:prstGeom prst="line">
            <a:avLst/>
          </a:prstGeom>
          <a:ln w="38100">
            <a:solidFill>
              <a:srgbClr val="51D5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7" name="Connector 236"/>
          <p:cNvCxnSpPr/>
          <p:nvPr/>
        </p:nvCxnSpPr>
        <p:spPr>
          <a:xfrm flipV="1">
            <a:off x="4006730" y="3540810"/>
            <a:ext cx="14920" cy="7756"/>
          </a:xfrm>
          <a:prstGeom prst="line">
            <a:avLst/>
          </a:prstGeom>
          <a:ln w="38100">
            <a:solidFill>
              <a:srgbClr val="51D5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8" name="Connector 237"/>
          <p:cNvCxnSpPr/>
          <p:nvPr/>
        </p:nvCxnSpPr>
        <p:spPr>
          <a:xfrm flipV="1">
            <a:off x="4021650" y="3533201"/>
            <a:ext cx="15059" cy="7609"/>
          </a:xfrm>
          <a:prstGeom prst="line">
            <a:avLst/>
          </a:prstGeom>
          <a:ln w="38100">
            <a:solidFill>
              <a:srgbClr val="51D5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9" name="Connector 238"/>
          <p:cNvCxnSpPr/>
          <p:nvPr/>
        </p:nvCxnSpPr>
        <p:spPr>
          <a:xfrm flipV="1">
            <a:off x="4036709" y="3525740"/>
            <a:ext cx="15197" cy="7461"/>
          </a:xfrm>
          <a:prstGeom prst="line">
            <a:avLst/>
          </a:prstGeom>
          <a:ln w="38100">
            <a:solidFill>
              <a:srgbClr val="51D5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0" name="Connector 239"/>
          <p:cNvCxnSpPr/>
          <p:nvPr/>
        </p:nvCxnSpPr>
        <p:spPr>
          <a:xfrm flipV="1">
            <a:off x="4051906" y="3518427"/>
            <a:ext cx="15330" cy="7313"/>
          </a:xfrm>
          <a:prstGeom prst="line">
            <a:avLst/>
          </a:prstGeom>
          <a:ln w="38100">
            <a:solidFill>
              <a:srgbClr val="51D5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1" name="Connector 240"/>
          <p:cNvCxnSpPr/>
          <p:nvPr/>
        </p:nvCxnSpPr>
        <p:spPr>
          <a:xfrm flipV="1">
            <a:off x="4067236" y="3511264"/>
            <a:ext cx="15461" cy="7163"/>
          </a:xfrm>
          <a:prstGeom prst="line">
            <a:avLst/>
          </a:prstGeom>
          <a:ln w="38100">
            <a:solidFill>
              <a:srgbClr val="51D5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2" name="Connector 241"/>
          <p:cNvCxnSpPr/>
          <p:nvPr/>
        </p:nvCxnSpPr>
        <p:spPr>
          <a:xfrm flipV="1">
            <a:off x="4082697" y="3504252"/>
            <a:ext cx="15589" cy="7012"/>
          </a:xfrm>
          <a:prstGeom prst="line">
            <a:avLst/>
          </a:prstGeom>
          <a:ln w="38100">
            <a:solidFill>
              <a:srgbClr val="51D5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3" name="Connector 242"/>
          <p:cNvCxnSpPr/>
          <p:nvPr/>
        </p:nvCxnSpPr>
        <p:spPr>
          <a:xfrm flipV="1">
            <a:off x="4098286" y="3497391"/>
            <a:ext cx="15713" cy="6861"/>
          </a:xfrm>
          <a:prstGeom prst="line">
            <a:avLst/>
          </a:prstGeom>
          <a:ln w="38100">
            <a:solidFill>
              <a:srgbClr val="51D5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4" name="Connector 243"/>
          <p:cNvCxnSpPr/>
          <p:nvPr/>
        </p:nvCxnSpPr>
        <p:spPr>
          <a:xfrm flipV="1">
            <a:off x="4113999" y="3490682"/>
            <a:ext cx="15835" cy="6709"/>
          </a:xfrm>
          <a:prstGeom prst="line">
            <a:avLst/>
          </a:prstGeom>
          <a:ln w="38100">
            <a:solidFill>
              <a:srgbClr val="51D5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5" name="Connector 244"/>
          <p:cNvCxnSpPr/>
          <p:nvPr/>
        </p:nvCxnSpPr>
        <p:spPr>
          <a:xfrm flipV="1">
            <a:off x="4129834" y="3484126"/>
            <a:ext cx="15954" cy="6556"/>
          </a:xfrm>
          <a:prstGeom prst="line">
            <a:avLst/>
          </a:prstGeom>
          <a:ln w="38100">
            <a:solidFill>
              <a:srgbClr val="51D5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6" name="Connector 245"/>
          <p:cNvCxnSpPr/>
          <p:nvPr/>
        </p:nvCxnSpPr>
        <p:spPr>
          <a:xfrm flipV="1">
            <a:off x="4145788" y="3477723"/>
            <a:ext cx="16069" cy="6403"/>
          </a:xfrm>
          <a:prstGeom prst="line">
            <a:avLst/>
          </a:prstGeom>
          <a:ln w="38100">
            <a:solidFill>
              <a:srgbClr val="51D5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7" name="Connector 246"/>
          <p:cNvCxnSpPr/>
          <p:nvPr/>
        </p:nvCxnSpPr>
        <p:spPr>
          <a:xfrm flipV="1">
            <a:off x="4161857" y="3471473"/>
            <a:ext cx="16181" cy="6250"/>
          </a:xfrm>
          <a:prstGeom prst="line">
            <a:avLst/>
          </a:prstGeom>
          <a:ln w="38100">
            <a:solidFill>
              <a:srgbClr val="51D5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8" name="Connector 247"/>
          <p:cNvCxnSpPr/>
          <p:nvPr/>
        </p:nvCxnSpPr>
        <p:spPr>
          <a:xfrm flipV="1">
            <a:off x="4178038" y="3465377"/>
            <a:ext cx="16290" cy="6096"/>
          </a:xfrm>
          <a:prstGeom prst="line">
            <a:avLst/>
          </a:prstGeom>
          <a:ln w="38100">
            <a:solidFill>
              <a:srgbClr val="51D5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9" name="Connector 248"/>
          <p:cNvCxnSpPr/>
          <p:nvPr/>
        </p:nvCxnSpPr>
        <p:spPr>
          <a:xfrm flipV="1">
            <a:off x="4194328" y="3459435"/>
            <a:ext cx="16395" cy="5942"/>
          </a:xfrm>
          <a:prstGeom prst="line">
            <a:avLst/>
          </a:prstGeom>
          <a:ln w="38100">
            <a:solidFill>
              <a:srgbClr val="51D5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0" name="Connector 249"/>
          <p:cNvCxnSpPr/>
          <p:nvPr/>
        </p:nvCxnSpPr>
        <p:spPr>
          <a:xfrm flipV="1">
            <a:off x="4210723" y="3453647"/>
            <a:ext cx="16497" cy="5788"/>
          </a:xfrm>
          <a:prstGeom prst="line">
            <a:avLst/>
          </a:prstGeom>
          <a:ln w="38100">
            <a:solidFill>
              <a:srgbClr val="51D5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1" name="Connector 250"/>
          <p:cNvCxnSpPr/>
          <p:nvPr/>
        </p:nvCxnSpPr>
        <p:spPr>
          <a:xfrm flipV="1">
            <a:off x="4227220" y="3448013"/>
            <a:ext cx="16596" cy="5634"/>
          </a:xfrm>
          <a:prstGeom prst="line">
            <a:avLst/>
          </a:prstGeom>
          <a:ln w="38100">
            <a:solidFill>
              <a:srgbClr val="51D5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2" name="Connector 251"/>
          <p:cNvCxnSpPr/>
          <p:nvPr/>
        </p:nvCxnSpPr>
        <p:spPr>
          <a:xfrm flipV="1">
            <a:off x="4243816" y="3442533"/>
            <a:ext cx="16691" cy="5480"/>
          </a:xfrm>
          <a:prstGeom prst="line">
            <a:avLst/>
          </a:prstGeom>
          <a:ln w="38100">
            <a:solidFill>
              <a:srgbClr val="51D5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3" name="Connector 252"/>
          <p:cNvCxnSpPr/>
          <p:nvPr/>
        </p:nvCxnSpPr>
        <p:spPr>
          <a:xfrm flipV="1">
            <a:off x="4260507" y="3437205"/>
            <a:ext cx="16783" cy="5328"/>
          </a:xfrm>
          <a:prstGeom prst="line">
            <a:avLst/>
          </a:prstGeom>
          <a:ln w="38100">
            <a:solidFill>
              <a:srgbClr val="51D5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4" name="Connector 253"/>
          <p:cNvCxnSpPr/>
          <p:nvPr/>
        </p:nvCxnSpPr>
        <p:spPr>
          <a:xfrm flipV="1">
            <a:off x="4277290" y="3432031"/>
            <a:ext cx="16873" cy="5174"/>
          </a:xfrm>
          <a:prstGeom prst="line">
            <a:avLst/>
          </a:prstGeom>
          <a:ln w="38100">
            <a:solidFill>
              <a:srgbClr val="51D5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5" name="Connector 254"/>
          <p:cNvCxnSpPr/>
          <p:nvPr/>
        </p:nvCxnSpPr>
        <p:spPr>
          <a:xfrm flipV="1">
            <a:off x="4294163" y="3427010"/>
            <a:ext cx="16957" cy="5021"/>
          </a:xfrm>
          <a:prstGeom prst="line">
            <a:avLst/>
          </a:prstGeom>
          <a:ln w="38100">
            <a:solidFill>
              <a:srgbClr val="51D5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6" name="Connector 255"/>
          <p:cNvCxnSpPr/>
          <p:nvPr/>
        </p:nvCxnSpPr>
        <p:spPr>
          <a:xfrm flipV="1">
            <a:off x="4311120" y="3422140"/>
            <a:ext cx="17040" cy="4870"/>
          </a:xfrm>
          <a:prstGeom prst="line">
            <a:avLst/>
          </a:prstGeom>
          <a:ln w="38100">
            <a:solidFill>
              <a:srgbClr val="51D5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7" name="Connector 256"/>
          <p:cNvCxnSpPr/>
          <p:nvPr/>
        </p:nvCxnSpPr>
        <p:spPr>
          <a:xfrm flipV="1">
            <a:off x="4328160" y="3417421"/>
            <a:ext cx="17119" cy="4719"/>
          </a:xfrm>
          <a:prstGeom prst="line">
            <a:avLst/>
          </a:prstGeom>
          <a:ln w="38100">
            <a:solidFill>
              <a:srgbClr val="51D5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8" name="Connector 257"/>
          <p:cNvCxnSpPr/>
          <p:nvPr/>
        </p:nvCxnSpPr>
        <p:spPr>
          <a:xfrm flipV="1">
            <a:off x="4345279" y="3412853"/>
            <a:ext cx="17194" cy="4568"/>
          </a:xfrm>
          <a:prstGeom prst="line">
            <a:avLst/>
          </a:prstGeom>
          <a:ln w="38100">
            <a:solidFill>
              <a:srgbClr val="51D5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9" name="Connector 258"/>
          <p:cNvCxnSpPr/>
          <p:nvPr/>
        </p:nvCxnSpPr>
        <p:spPr>
          <a:xfrm flipV="1">
            <a:off x="4362473" y="3408434"/>
            <a:ext cx="17267" cy="4419"/>
          </a:xfrm>
          <a:prstGeom prst="line">
            <a:avLst/>
          </a:prstGeom>
          <a:ln w="38100">
            <a:solidFill>
              <a:srgbClr val="51D5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0" name="Connector 259"/>
          <p:cNvCxnSpPr/>
          <p:nvPr/>
        </p:nvCxnSpPr>
        <p:spPr>
          <a:xfrm flipV="1">
            <a:off x="4379740" y="3404163"/>
            <a:ext cx="17335" cy="4271"/>
          </a:xfrm>
          <a:prstGeom prst="line">
            <a:avLst/>
          </a:prstGeom>
          <a:ln w="38100">
            <a:solidFill>
              <a:srgbClr val="51D5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1" name="Connector 260"/>
          <p:cNvCxnSpPr/>
          <p:nvPr/>
        </p:nvCxnSpPr>
        <p:spPr>
          <a:xfrm flipV="1">
            <a:off x="4397075" y="3400039"/>
            <a:ext cx="17402" cy="4124"/>
          </a:xfrm>
          <a:prstGeom prst="line">
            <a:avLst/>
          </a:prstGeom>
          <a:ln w="38100">
            <a:solidFill>
              <a:srgbClr val="51D5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2" name="Connector 261"/>
          <p:cNvCxnSpPr/>
          <p:nvPr/>
        </p:nvCxnSpPr>
        <p:spPr>
          <a:xfrm flipV="1">
            <a:off x="4414477" y="3396061"/>
            <a:ext cx="17465" cy="3978"/>
          </a:xfrm>
          <a:prstGeom prst="line">
            <a:avLst/>
          </a:prstGeom>
          <a:ln w="38100">
            <a:solidFill>
              <a:srgbClr val="51D5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3" name="Connector 262"/>
          <p:cNvCxnSpPr/>
          <p:nvPr/>
        </p:nvCxnSpPr>
        <p:spPr>
          <a:xfrm flipV="1">
            <a:off x="4431942" y="3392227"/>
            <a:ext cx="17525" cy="3834"/>
          </a:xfrm>
          <a:prstGeom prst="line">
            <a:avLst/>
          </a:prstGeom>
          <a:ln w="38100">
            <a:solidFill>
              <a:srgbClr val="51D5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4" name="Connector 263"/>
          <p:cNvCxnSpPr/>
          <p:nvPr/>
        </p:nvCxnSpPr>
        <p:spPr>
          <a:xfrm flipV="1">
            <a:off x="4449467" y="3388537"/>
            <a:ext cx="17582" cy="3690"/>
          </a:xfrm>
          <a:prstGeom prst="line">
            <a:avLst/>
          </a:prstGeom>
          <a:ln w="38100">
            <a:solidFill>
              <a:srgbClr val="51D5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5" name="Connector 264"/>
          <p:cNvCxnSpPr/>
          <p:nvPr/>
        </p:nvCxnSpPr>
        <p:spPr>
          <a:xfrm flipV="1">
            <a:off x="4467049" y="3384988"/>
            <a:ext cx="17636" cy="3549"/>
          </a:xfrm>
          <a:prstGeom prst="line">
            <a:avLst/>
          </a:prstGeom>
          <a:ln w="38100">
            <a:solidFill>
              <a:srgbClr val="51D5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6" name="Connector 265"/>
          <p:cNvCxnSpPr/>
          <p:nvPr/>
        </p:nvCxnSpPr>
        <p:spPr>
          <a:xfrm flipV="1">
            <a:off x="4484685" y="3381578"/>
            <a:ext cx="17687" cy="3410"/>
          </a:xfrm>
          <a:prstGeom prst="line">
            <a:avLst/>
          </a:prstGeom>
          <a:ln w="38100">
            <a:solidFill>
              <a:srgbClr val="51D5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7" name="Connector 266"/>
          <p:cNvCxnSpPr/>
          <p:nvPr/>
        </p:nvCxnSpPr>
        <p:spPr>
          <a:xfrm flipV="1">
            <a:off x="4502372" y="3378306"/>
            <a:ext cx="17736" cy="3272"/>
          </a:xfrm>
          <a:prstGeom prst="line">
            <a:avLst/>
          </a:prstGeom>
          <a:ln w="38100">
            <a:solidFill>
              <a:srgbClr val="51D5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8" name="Connector 267"/>
          <p:cNvCxnSpPr/>
          <p:nvPr/>
        </p:nvCxnSpPr>
        <p:spPr>
          <a:xfrm flipV="1">
            <a:off x="4520108" y="3375171"/>
            <a:ext cx="17781" cy="3135"/>
          </a:xfrm>
          <a:prstGeom prst="line">
            <a:avLst/>
          </a:prstGeom>
          <a:ln w="38100">
            <a:solidFill>
              <a:srgbClr val="51D5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9" name="Connector 268"/>
          <p:cNvCxnSpPr/>
          <p:nvPr/>
        </p:nvCxnSpPr>
        <p:spPr>
          <a:xfrm flipV="1">
            <a:off x="4537889" y="3372170"/>
            <a:ext cx="17824" cy="3001"/>
          </a:xfrm>
          <a:prstGeom prst="line">
            <a:avLst/>
          </a:prstGeom>
          <a:ln w="38100">
            <a:solidFill>
              <a:srgbClr val="51D5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0" name="Connector 269"/>
          <p:cNvCxnSpPr/>
          <p:nvPr/>
        </p:nvCxnSpPr>
        <p:spPr>
          <a:xfrm flipV="1">
            <a:off x="4555713" y="3369300"/>
            <a:ext cx="17865" cy="2870"/>
          </a:xfrm>
          <a:prstGeom prst="line">
            <a:avLst/>
          </a:prstGeom>
          <a:ln w="38100">
            <a:solidFill>
              <a:srgbClr val="51D5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1" name="Connector 270"/>
          <p:cNvCxnSpPr/>
          <p:nvPr/>
        </p:nvCxnSpPr>
        <p:spPr>
          <a:xfrm flipV="1">
            <a:off x="4573578" y="3366561"/>
            <a:ext cx="17902" cy="2739"/>
          </a:xfrm>
          <a:prstGeom prst="line">
            <a:avLst/>
          </a:prstGeom>
          <a:ln w="38100">
            <a:solidFill>
              <a:srgbClr val="51D5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2" name="Connector 271"/>
          <p:cNvCxnSpPr/>
          <p:nvPr/>
        </p:nvCxnSpPr>
        <p:spPr>
          <a:xfrm flipV="1">
            <a:off x="4591480" y="3363949"/>
            <a:ext cx="17938" cy="2612"/>
          </a:xfrm>
          <a:prstGeom prst="line">
            <a:avLst/>
          </a:prstGeom>
          <a:ln w="38100">
            <a:solidFill>
              <a:srgbClr val="51D5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3" name="Connector 272"/>
          <p:cNvCxnSpPr/>
          <p:nvPr/>
        </p:nvCxnSpPr>
        <p:spPr>
          <a:xfrm flipV="1">
            <a:off x="4609418" y="3361463"/>
            <a:ext cx="17971" cy="2486"/>
          </a:xfrm>
          <a:prstGeom prst="line">
            <a:avLst/>
          </a:prstGeom>
          <a:ln w="38100">
            <a:solidFill>
              <a:srgbClr val="51D5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4" name="Connector 273"/>
          <p:cNvCxnSpPr/>
          <p:nvPr/>
        </p:nvCxnSpPr>
        <p:spPr>
          <a:xfrm flipV="1">
            <a:off x="4627389" y="3359100"/>
            <a:ext cx="18002" cy="2363"/>
          </a:xfrm>
          <a:prstGeom prst="line">
            <a:avLst/>
          </a:prstGeom>
          <a:ln w="38100">
            <a:solidFill>
              <a:srgbClr val="51D5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5" name="Connector 274"/>
          <p:cNvCxnSpPr/>
          <p:nvPr/>
        </p:nvCxnSpPr>
        <p:spPr>
          <a:xfrm flipV="1">
            <a:off x="4645391" y="3356857"/>
            <a:ext cx="18030" cy="2243"/>
          </a:xfrm>
          <a:prstGeom prst="line">
            <a:avLst/>
          </a:prstGeom>
          <a:ln w="38100">
            <a:solidFill>
              <a:srgbClr val="51D5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6" name="Connector 275"/>
          <p:cNvCxnSpPr/>
          <p:nvPr/>
        </p:nvCxnSpPr>
        <p:spPr>
          <a:xfrm flipV="1">
            <a:off x="4663421" y="3354733"/>
            <a:ext cx="18057" cy="2124"/>
          </a:xfrm>
          <a:prstGeom prst="line">
            <a:avLst/>
          </a:prstGeom>
          <a:ln w="38100">
            <a:solidFill>
              <a:srgbClr val="51D5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7" name="Connector 276"/>
          <p:cNvCxnSpPr/>
          <p:nvPr/>
        </p:nvCxnSpPr>
        <p:spPr>
          <a:xfrm flipV="1">
            <a:off x="4681478" y="3352724"/>
            <a:ext cx="18082" cy="2009"/>
          </a:xfrm>
          <a:prstGeom prst="line">
            <a:avLst/>
          </a:prstGeom>
          <a:ln w="38100">
            <a:solidFill>
              <a:srgbClr val="51D5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8" name="Connector 277"/>
          <p:cNvCxnSpPr/>
          <p:nvPr/>
        </p:nvCxnSpPr>
        <p:spPr>
          <a:xfrm flipV="1">
            <a:off x="4699560" y="3350827"/>
            <a:ext cx="18104" cy="1897"/>
          </a:xfrm>
          <a:prstGeom prst="line">
            <a:avLst/>
          </a:prstGeom>
          <a:ln w="38100">
            <a:solidFill>
              <a:srgbClr val="51D5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9" name="Connector 278"/>
          <p:cNvCxnSpPr/>
          <p:nvPr/>
        </p:nvCxnSpPr>
        <p:spPr>
          <a:xfrm flipV="1">
            <a:off x="4717664" y="3349041"/>
            <a:ext cx="18125" cy="1786"/>
          </a:xfrm>
          <a:prstGeom prst="line">
            <a:avLst/>
          </a:prstGeom>
          <a:ln w="38100">
            <a:solidFill>
              <a:srgbClr val="51D5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0" name="Connector 279"/>
          <p:cNvCxnSpPr/>
          <p:nvPr/>
        </p:nvCxnSpPr>
        <p:spPr>
          <a:xfrm flipV="1">
            <a:off x="4735789" y="3347362"/>
            <a:ext cx="18144" cy="1679"/>
          </a:xfrm>
          <a:prstGeom prst="line">
            <a:avLst/>
          </a:prstGeom>
          <a:ln w="38100">
            <a:solidFill>
              <a:srgbClr val="51D5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1" name="Connector 280"/>
          <p:cNvCxnSpPr/>
          <p:nvPr/>
        </p:nvCxnSpPr>
        <p:spPr>
          <a:xfrm flipV="1">
            <a:off x="4753933" y="3345787"/>
            <a:ext cx="18162" cy="1575"/>
          </a:xfrm>
          <a:prstGeom prst="line">
            <a:avLst/>
          </a:prstGeom>
          <a:ln w="38100">
            <a:solidFill>
              <a:srgbClr val="51D5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2" name="Connector 281"/>
          <p:cNvCxnSpPr/>
          <p:nvPr/>
        </p:nvCxnSpPr>
        <p:spPr>
          <a:xfrm flipV="1">
            <a:off x="4772095" y="3344314"/>
            <a:ext cx="18177" cy="1473"/>
          </a:xfrm>
          <a:prstGeom prst="line">
            <a:avLst/>
          </a:prstGeom>
          <a:ln w="38100">
            <a:solidFill>
              <a:srgbClr val="51D5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3" name="Connector 282"/>
          <p:cNvCxnSpPr/>
          <p:nvPr/>
        </p:nvCxnSpPr>
        <p:spPr>
          <a:xfrm flipV="1">
            <a:off x="4790272" y="3342939"/>
            <a:ext cx="18192" cy="1375"/>
          </a:xfrm>
          <a:prstGeom prst="line">
            <a:avLst/>
          </a:prstGeom>
          <a:ln w="38100">
            <a:solidFill>
              <a:srgbClr val="51D5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4" name="Connector 283"/>
          <p:cNvCxnSpPr/>
          <p:nvPr/>
        </p:nvCxnSpPr>
        <p:spPr>
          <a:xfrm flipV="1">
            <a:off x="4808464" y="3341659"/>
            <a:ext cx="18204" cy="1280"/>
          </a:xfrm>
          <a:prstGeom prst="line">
            <a:avLst/>
          </a:prstGeom>
          <a:ln w="38100">
            <a:solidFill>
              <a:srgbClr val="51D5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5" name="Connector 284"/>
          <p:cNvCxnSpPr/>
          <p:nvPr/>
        </p:nvCxnSpPr>
        <p:spPr>
          <a:xfrm flipV="1">
            <a:off x="4826668" y="3340472"/>
            <a:ext cx="18217" cy="1187"/>
          </a:xfrm>
          <a:prstGeom prst="line">
            <a:avLst/>
          </a:prstGeom>
          <a:ln w="38100">
            <a:solidFill>
              <a:srgbClr val="51D5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6" name="Connector 285"/>
          <p:cNvCxnSpPr/>
          <p:nvPr/>
        </p:nvCxnSpPr>
        <p:spPr>
          <a:xfrm flipV="1">
            <a:off x="4844885" y="3339374"/>
            <a:ext cx="18226" cy="1098"/>
          </a:xfrm>
          <a:prstGeom prst="line">
            <a:avLst/>
          </a:prstGeom>
          <a:ln w="38100">
            <a:solidFill>
              <a:srgbClr val="51D5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7" name="Connector 286"/>
          <p:cNvCxnSpPr/>
          <p:nvPr/>
        </p:nvCxnSpPr>
        <p:spPr>
          <a:xfrm flipV="1">
            <a:off x="4863111" y="3338361"/>
            <a:ext cx="18236" cy="1013"/>
          </a:xfrm>
          <a:prstGeom prst="line">
            <a:avLst/>
          </a:prstGeom>
          <a:ln w="38100">
            <a:solidFill>
              <a:srgbClr val="51D5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8" name="Connector 287"/>
          <p:cNvCxnSpPr/>
          <p:nvPr/>
        </p:nvCxnSpPr>
        <p:spPr>
          <a:xfrm flipV="1">
            <a:off x="4881347" y="3337431"/>
            <a:ext cx="18244" cy="930"/>
          </a:xfrm>
          <a:prstGeom prst="line">
            <a:avLst/>
          </a:prstGeom>
          <a:ln w="38100">
            <a:solidFill>
              <a:srgbClr val="51D5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9" name="Connector 288"/>
          <p:cNvCxnSpPr/>
          <p:nvPr/>
        </p:nvCxnSpPr>
        <p:spPr>
          <a:xfrm flipV="1">
            <a:off x="4899591" y="3336581"/>
            <a:ext cx="18251" cy="850"/>
          </a:xfrm>
          <a:prstGeom prst="line">
            <a:avLst/>
          </a:prstGeom>
          <a:ln w="38100">
            <a:solidFill>
              <a:srgbClr val="51D5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0" name="Connector 289"/>
          <p:cNvCxnSpPr/>
          <p:nvPr/>
        </p:nvCxnSpPr>
        <p:spPr>
          <a:xfrm flipV="1">
            <a:off x="4917842" y="3335806"/>
            <a:ext cx="18258" cy="775"/>
          </a:xfrm>
          <a:prstGeom prst="line">
            <a:avLst/>
          </a:prstGeom>
          <a:ln w="38100">
            <a:solidFill>
              <a:srgbClr val="51D5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1" name="Connector 290"/>
          <p:cNvCxnSpPr/>
          <p:nvPr/>
        </p:nvCxnSpPr>
        <p:spPr>
          <a:xfrm flipV="1">
            <a:off x="4936100" y="3335104"/>
            <a:ext cx="18263" cy="702"/>
          </a:xfrm>
          <a:prstGeom prst="line">
            <a:avLst/>
          </a:prstGeom>
          <a:ln w="38100">
            <a:solidFill>
              <a:srgbClr val="51D5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2" name="Connector 291"/>
          <p:cNvCxnSpPr/>
          <p:nvPr/>
        </p:nvCxnSpPr>
        <p:spPr>
          <a:xfrm flipV="1">
            <a:off x="4954363" y="3334472"/>
            <a:ext cx="18267" cy="632"/>
          </a:xfrm>
          <a:prstGeom prst="line">
            <a:avLst/>
          </a:prstGeom>
          <a:ln w="38100">
            <a:solidFill>
              <a:srgbClr val="51D5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3" name="Connector 292"/>
          <p:cNvCxnSpPr/>
          <p:nvPr/>
        </p:nvCxnSpPr>
        <p:spPr>
          <a:xfrm flipV="1">
            <a:off x="4972630" y="3333905"/>
            <a:ext cx="18272" cy="567"/>
          </a:xfrm>
          <a:prstGeom prst="line">
            <a:avLst/>
          </a:prstGeom>
          <a:ln w="38100">
            <a:solidFill>
              <a:srgbClr val="51D5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4" name="Connector 293"/>
          <p:cNvCxnSpPr/>
          <p:nvPr/>
        </p:nvCxnSpPr>
        <p:spPr>
          <a:xfrm flipV="1">
            <a:off x="4990902" y="3333400"/>
            <a:ext cx="18275" cy="505"/>
          </a:xfrm>
          <a:prstGeom prst="line">
            <a:avLst/>
          </a:prstGeom>
          <a:ln w="38100">
            <a:solidFill>
              <a:srgbClr val="51D5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5" name="Connector 294"/>
          <p:cNvCxnSpPr/>
          <p:nvPr/>
        </p:nvCxnSpPr>
        <p:spPr>
          <a:xfrm flipV="1">
            <a:off x="5009177" y="3332954"/>
            <a:ext cx="18278" cy="446"/>
          </a:xfrm>
          <a:prstGeom prst="line">
            <a:avLst/>
          </a:prstGeom>
          <a:ln w="38100">
            <a:solidFill>
              <a:srgbClr val="51D5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6" name="Connector 295"/>
          <p:cNvCxnSpPr/>
          <p:nvPr/>
        </p:nvCxnSpPr>
        <p:spPr>
          <a:xfrm flipV="1">
            <a:off x="5027455" y="3332564"/>
            <a:ext cx="18280" cy="390"/>
          </a:xfrm>
          <a:prstGeom prst="line">
            <a:avLst/>
          </a:prstGeom>
          <a:ln w="38100">
            <a:solidFill>
              <a:srgbClr val="51D5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7" name="Connector 296"/>
          <p:cNvCxnSpPr/>
          <p:nvPr/>
        </p:nvCxnSpPr>
        <p:spPr>
          <a:xfrm flipV="1">
            <a:off x="5045735" y="3332225"/>
            <a:ext cx="18282" cy="339"/>
          </a:xfrm>
          <a:prstGeom prst="line">
            <a:avLst/>
          </a:prstGeom>
          <a:ln w="38100">
            <a:solidFill>
              <a:srgbClr val="51D5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8" name="Connector 297"/>
          <p:cNvCxnSpPr/>
          <p:nvPr/>
        </p:nvCxnSpPr>
        <p:spPr>
          <a:xfrm flipV="1">
            <a:off x="5064017" y="3331934"/>
            <a:ext cx="18284" cy="291"/>
          </a:xfrm>
          <a:prstGeom prst="line">
            <a:avLst/>
          </a:prstGeom>
          <a:ln w="38100">
            <a:solidFill>
              <a:srgbClr val="51D5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9" name="Connector 298"/>
          <p:cNvCxnSpPr/>
          <p:nvPr/>
        </p:nvCxnSpPr>
        <p:spPr>
          <a:xfrm flipV="1">
            <a:off x="5082301" y="3331687"/>
            <a:ext cx="18285" cy="247"/>
          </a:xfrm>
          <a:prstGeom prst="line">
            <a:avLst/>
          </a:prstGeom>
          <a:ln w="38100">
            <a:solidFill>
              <a:srgbClr val="51D5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" name="Connector 299"/>
          <p:cNvCxnSpPr/>
          <p:nvPr/>
        </p:nvCxnSpPr>
        <p:spPr>
          <a:xfrm flipV="1">
            <a:off x="5100586" y="3331482"/>
            <a:ext cx="18286" cy="205"/>
          </a:xfrm>
          <a:prstGeom prst="line">
            <a:avLst/>
          </a:prstGeom>
          <a:ln w="38100">
            <a:solidFill>
              <a:srgbClr val="51D5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1" name="Connector 300"/>
          <p:cNvCxnSpPr/>
          <p:nvPr/>
        </p:nvCxnSpPr>
        <p:spPr>
          <a:xfrm flipV="1">
            <a:off x="5118872" y="3331313"/>
            <a:ext cx="18286" cy="169"/>
          </a:xfrm>
          <a:prstGeom prst="line">
            <a:avLst/>
          </a:prstGeom>
          <a:ln w="38100">
            <a:solidFill>
              <a:srgbClr val="51D5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2" name="Connector 301"/>
          <p:cNvCxnSpPr/>
          <p:nvPr/>
        </p:nvCxnSpPr>
        <p:spPr>
          <a:xfrm flipV="1">
            <a:off x="5137158" y="3331178"/>
            <a:ext cx="18287" cy="135"/>
          </a:xfrm>
          <a:prstGeom prst="line">
            <a:avLst/>
          </a:prstGeom>
          <a:ln w="38100">
            <a:solidFill>
              <a:srgbClr val="51D5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3" name="Connector 302"/>
          <p:cNvCxnSpPr/>
          <p:nvPr/>
        </p:nvCxnSpPr>
        <p:spPr>
          <a:xfrm flipV="1">
            <a:off x="5155445" y="3331073"/>
            <a:ext cx="18288" cy="105"/>
          </a:xfrm>
          <a:prstGeom prst="line">
            <a:avLst/>
          </a:prstGeom>
          <a:ln w="38100">
            <a:solidFill>
              <a:srgbClr val="51D5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4" name="Connector 303"/>
          <p:cNvCxnSpPr/>
          <p:nvPr/>
        </p:nvCxnSpPr>
        <p:spPr>
          <a:xfrm flipV="1">
            <a:off x="5173733" y="3330994"/>
            <a:ext cx="18287" cy="79"/>
          </a:xfrm>
          <a:prstGeom prst="line">
            <a:avLst/>
          </a:prstGeom>
          <a:ln w="38100">
            <a:solidFill>
              <a:srgbClr val="51D5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5" name="Connector 304"/>
          <p:cNvCxnSpPr/>
          <p:nvPr/>
        </p:nvCxnSpPr>
        <p:spPr>
          <a:xfrm flipV="1">
            <a:off x="5192020" y="3330938"/>
            <a:ext cx="18288" cy="56"/>
          </a:xfrm>
          <a:prstGeom prst="line">
            <a:avLst/>
          </a:prstGeom>
          <a:ln w="38100">
            <a:solidFill>
              <a:srgbClr val="51D5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6" name="Connector 305"/>
          <p:cNvCxnSpPr/>
          <p:nvPr/>
        </p:nvCxnSpPr>
        <p:spPr>
          <a:xfrm flipV="1">
            <a:off x="5210308" y="3330900"/>
            <a:ext cx="18288" cy="38"/>
          </a:xfrm>
          <a:prstGeom prst="line">
            <a:avLst/>
          </a:prstGeom>
          <a:ln w="38100">
            <a:solidFill>
              <a:srgbClr val="51D5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7" name="Connector 306"/>
          <p:cNvCxnSpPr/>
          <p:nvPr/>
        </p:nvCxnSpPr>
        <p:spPr>
          <a:xfrm flipV="1">
            <a:off x="5228596" y="3330877"/>
            <a:ext cx="18288" cy="23"/>
          </a:xfrm>
          <a:prstGeom prst="line">
            <a:avLst/>
          </a:prstGeom>
          <a:ln w="38100">
            <a:solidFill>
              <a:srgbClr val="51D5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8" name="Connector 307"/>
          <p:cNvCxnSpPr/>
          <p:nvPr/>
        </p:nvCxnSpPr>
        <p:spPr>
          <a:xfrm flipV="1">
            <a:off x="5246884" y="3330865"/>
            <a:ext cx="18288" cy="12"/>
          </a:xfrm>
          <a:prstGeom prst="line">
            <a:avLst/>
          </a:prstGeom>
          <a:ln w="38100">
            <a:solidFill>
              <a:srgbClr val="51D5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9" name="Connector 308"/>
          <p:cNvCxnSpPr/>
          <p:nvPr/>
        </p:nvCxnSpPr>
        <p:spPr>
          <a:xfrm flipV="1">
            <a:off x="5265172" y="3330861"/>
            <a:ext cx="18288" cy="4"/>
          </a:xfrm>
          <a:prstGeom prst="line">
            <a:avLst/>
          </a:prstGeom>
          <a:ln w="38100">
            <a:solidFill>
              <a:srgbClr val="51D5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0" name="Connector 309"/>
          <p:cNvCxnSpPr/>
          <p:nvPr/>
        </p:nvCxnSpPr>
        <p:spPr>
          <a:xfrm flipV="1">
            <a:off x="5283460" y="3330860"/>
            <a:ext cx="18288" cy="1"/>
          </a:xfrm>
          <a:prstGeom prst="line">
            <a:avLst/>
          </a:prstGeom>
          <a:ln w="38100">
            <a:solidFill>
              <a:srgbClr val="51D5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1" name="Connector 310"/>
          <p:cNvCxnSpPr/>
          <p:nvPr/>
        </p:nvCxnSpPr>
        <p:spPr>
          <a:xfrm flipV="1">
            <a:off x="5173733" y="3330860"/>
            <a:ext cx="128015" cy="213"/>
          </a:xfrm>
          <a:prstGeom prst="line">
            <a:avLst/>
          </a:prstGeom>
          <a:ln w="38100">
            <a:solidFill>
              <a:srgbClr val="51D5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2" name="Connector 311"/>
          <p:cNvCxnSpPr/>
          <p:nvPr/>
        </p:nvCxnSpPr>
        <p:spPr>
          <a:xfrm flipH="1">
            <a:off x="5155882" y="3330860"/>
            <a:ext cx="145866" cy="76248"/>
          </a:xfrm>
          <a:prstGeom prst="line">
            <a:avLst/>
          </a:prstGeom>
          <a:ln w="38100">
            <a:solidFill>
              <a:srgbClr val="51D5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3" name="Connector 312"/>
          <p:cNvCxnSpPr/>
          <p:nvPr/>
        </p:nvCxnSpPr>
        <p:spPr>
          <a:xfrm flipH="1" flipV="1">
            <a:off x="5155630" y="3255098"/>
            <a:ext cx="146118" cy="75762"/>
          </a:xfrm>
          <a:prstGeom prst="line">
            <a:avLst/>
          </a:prstGeom>
          <a:ln w="38100">
            <a:solidFill>
              <a:srgbClr val="51D5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4" name="Oval 313"/>
          <p:cNvSpPr/>
          <p:nvPr/>
        </p:nvSpPr>
        <p:spPr>
          <a:xfrm>
            <a:off x="1271016" y="5431536"/>
            <a:ext cx="109728" cy="109728"/>
          </a:xfrm>
          <a:prstGeom prst="ellipse">
            <a:avLst/>
          </a:prstGeom>
          <a:solidFill>
            <a:srgbClr val="FFBE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5" name="Oval 314"/>
          <p:cNvSpPr/>
          <p:nvPr/>
        </p:nvSpPr>
        <p:spPr>
          <a:xfrm>
            <a:off x="5246884" y="3275996"/>
            <a:ext cx="109728" cy="109728"/>
          </a:xfrm>
          <a:prstGeom prst="ellipse">
            <a:avLst/>
          </a:prstGeom>
          <a:solidFill>
            <a:srgbClr val="FFBE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6" name="TextBox 315"/>
          <p:cNvSpPr txBox="1"/>
          <p:nvPr/>
        </p:nvSpPr>
        <p:spPr>
          <a:xfrm>
            <a:off x="1261872" y="2852928"/>
            <a:ext cx="5029200" cy="2984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950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51D5BF"/>
                </a:solidFill>
                <a:latin typeface="Arial"/>
              </a:defRPr>
            </a:pPr>
            <a:r>
              <a:t>NO STOP AT THE MIDDLE</a:t>
            </a:r>
          </a:p>
        </p:txBody>
      </p:sp>
      <p:sp>
        <p:nvSpPr>
          <p:cNvPr id="317" name="TextBox 316"/>
          <p:cNvSpPr txBox="1"/>
          <p:nvPr/>
        </p:nvSpPr>
        <p:spPr>
          <a:xfrm>
            <a:off x="1188720" y="5715000"/>
            <a:ext cx="5120640" cy="2819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2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B4C4D5"/>
                </a:solidFill>
                <a:latin typeface="Arial"/>
              </a:defRPr>
            </a:pPr>
            <a:r>
              <a:t>Ideal reference; end is displaced from start.</a:t>
            </a:r>
          </a:p>
        </p:txBody>
      </p:sp>
      <p:sp>
        <p:nvSpPr>
          <p:cNvPr id="318" name="TextBox 317"/>
          <p:cNvSpPr txBox="1"/>
          <p:nvPr/>
        </p:nvSpPr>
        <p:spPr>
          <a:xfrm>
            <a:off x="6446520" y="2880360"/>
            <a:ext cx="5120640" cy="36449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470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4F7FA"/>
                </a:solidFill>
                <a:latin typeface="Arial"/>
              </a:defRPr>
            </a:pPr>
            <a:r>
              <a:t>What it tells you</a:t>
            </a:r>
          </a:p>
        </p:txBody>
      </p:sp>
      <p:sp>
        <p:nvSpPr>
          <p:cNvPr id="319" name="TextBox 318"/>
          <p:cNvSpPr txBox="1"/>
          <p:nvPr/>
        </p:nvSpPr>
        <p:spPr>
          <a:xfrm>
            <a:off x="6446520" y="3209544"/>
            <a:ext cx="5120640" cy="3149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080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B4C4D5"/>
                </a:solidFill>
                <a:latin typeface="Arial"/>
              </a:defRPr>
            </a:pPr>
            <a:r>
              <a:t>Smooth turning response and tracking error.</a:t>
            </a:r>
          </a:p>
        </p:txBody>
      </p:sp>
      <p:sp>
        <p:nvSpPr>
          <p:cNvPr id="320" name="TextBox 319"/>
          <p:cNvSpPr txBox="1"/>
          <p:nvPr/>
        </p:nvSpPr>
        <p:spPr>
          <a:xfrm>
            <a:off x="6446520" y="3621024"/>
            <a:ext cx="5120640" cy="36449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470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4F7FA"/>
                </a:solidFill>
                <a:latin typeface="Arial"/>
              </a:defRPr>
            </a:pPr>
            <a:r>
              <a:t>Default geometry</a:t>
            </a:r>
          </a:p>
        </p:txBody>
      </p:sp>
      <p:sp>
        <p:nvSpPr>
          <p:cNvPr id="321" name="TextBox 320"/>
          <p:cNvSpPr txBox="1"/>
          <p:nvPr/>
        </p:nvSpPr>
        <p:spPr>
          <a:xfrm>
            <a:off x="6446520" y="3950208"/>
            <a:ext cx="5120640" cy="3149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080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B4C4D5"/>
                </a:solidFill>
                <a:latin typeface="Arial"/>
              </a:defRPr>
            </a:pPr>
            <a:r>
              <a:t>4 m travel length; 1 m minimum nominal radius.</a:t>
            </a:r>
          </a:p>
        </p:txBody>
      </p:sp>
      <p:sp>
        <p:nvSpPr>
          <p:cNvPr id="322" name="TextBox 321"/>
          <p:cNvSpPr txBox="1"/>
          <p:nvPr/>
        </p:nvSpPr>
        <p:spPr>
          <a:xfrm>
            <a:off x="6446520" y="4361688"/>
            <a:ext cx="5120640" cy="36449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470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4F7FA"/>
                </a:solidFill>
                <a:latin typeface="Arial"/>
              </a:defRPr>
            </a:pPr>
            <a:r>
              <a:t>Path correction</a:t>
            </a:r>
          </a:p>
        </p:txBody>
      </p:sp>
      <p:sp>
        <p:nvSpPr>
          <p:cNvPr id="323" name="TextBox 322"/>
          <p:cNvSpPr txBox="1"/>
          <p:nvPr/>
        </p:nvSpPr>
        <p:spPr>
          <a:xfrm>
            <a:off x="6446520" y="4690872"/>
            <a:ext cx="5120640" cy="3149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080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B4C4D5"/>
                </a:solidFill>
                <a:latin typeface="Arial"/>
              </a:defRPr>
            </a:pPr>
            <a:r>
              <a:t>Heading + lateral gains default to 1.0.</a:t>
            </a:r>
          </a:p>
        </p:txBody>
      </p:sp>
      <p:sp>
        <p:nvSpPr>
          <p:cNvPr id="324" name="TextBox 323"/>
          <p:cNvSpPr txBox="1"/>
          <p:nvPr/>
        </p:nvSpPr>
        <p:spPr>
          <a:xfrm>
            <a:off x="6446520" y="5102352"/>
            <a:ext cx="5120640" cy="36449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470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4F7FA"/>
                </a:solidFill>
                <a:latin typeface="Arial"/>
              </a:defRPr>
            </a:pPr>
            <a:r>
              <a:t>For motor-only response</a:t>
            </a:r>
          </a:p>
        </p:txBody>
      </p:sp>
      <p:sp>
        <p:nvSpPr>
          <p:cNvPr id="325" name="TextBox 324"/>
          <p:cNvSpPr txBox="1"/>
          <p:nvPr/>
        </p:nvSpPr>
        <p:spPr>
          <a:xfrm>
            <a:off x="6446520" y="5431536"/>
            <a:ext cx="5120640" cy="3149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080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B4C4D5"/>
                </a:solidFill>
                <a:latin typeface="Arial"/>
              </a:defRPr>
            </a:pPr>
            <a:r>
              <a:t>Set both S gains to 0, then restart the node.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101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11480" y="384048"/>
            <a:ext cx="109728" cy="219456"/>
          </a:xfrm>
          <a:prstGeom prst="rect">
            <a:avLst/>
          </a:prstGeom>
          <a:solidFill>
            <a:srgbClr val="51D5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56616"/>
            <a:ext cx="10058400" cy="2324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3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51D5BF"/>
                </a:solidFill>
                <a:latin typeface="Arial"/>
              </a:defRPr>
            </a:pPr>
            <a:r>
              <a:t>08 / PARAMETERS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850392"/>
            <a:ext cx="10972800" cy="5791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4160"/>
              </a:lnSpc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F4F7FA"/>
                </a:solidFill>
                <a:latin typeface="Arial"/>
              </a:defRPr>
            </a:pPr>
            <a:r>
              <a:t>Change geometry, limits and direction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1499616"/>
            <a:ext cx="10972800" cy="3149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080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B4C4D5"/>
                </a:solidFill>
                <a:latin typeface="Arial"/>
              </a:defRPr>
            </a:pPr>
            <a:r>
              <a:t>Edit motion_test.* in motor_control.yaml, then restart the node.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473952"/>
            <a:ext cx="9144000" cy="2159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B4C4D5"/>
                </a:solidFill>
                <a:latin typeface="Arial"/>
              </a:defRPr>
            </a:pPr>
            <a:r>
              <a:t>motor_control_g4dual  /  TEST PATTERNS v3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46520"/>
            <a:ext cx="594360" cy="2654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690"/>
              </a:lnSpc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51D5BF"/>
                </a:solidFill>
                <a:latin typeface="Arial"/>
              </a:defRPr>
            </a:pPr>
            <a:r>
              <a:t>09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" y="2057400"/>
            <a:ext cx="10972800" cy="384048"/>
          </a:xfrm>
          <a:prstGeom prst="rect">
            <a:avLst/>
          </a:prstGeom>
          <a:solidFill>
            <a:srgbClr val="192C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9808" y="2135124"/>
            <a:ext cx="4617720" cy="26212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664"/>
              </a:lnSpc>
              <a:spcBef>
                <a:spcPts val="0"/>
              </a:spcBef>
              <a:spcAft>
                <a:spcPts val="0"/>
              </a:spcAft>
              <a:defRPr sz="1280" b="1">
                <a:solidFill>
                  <a:srgbClr val="51D5BF"/>
                </a:solidFill>
                <a:latin typeface="Arial"/>
              </a:defRPr>
            </a:pPr>
            <a:r>
              <a:t>Parameter suffix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504688" y="2135124"/>
            <a:ext cx="1463040" cy="2654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69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B4C4D5"/>
                </a:solidFill>
                <a:latin typeface="Arial"/>
              </a:defRPr>
            </a:pPr>
            <a:r>
              <a:t>Default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67728" y="2135124"/>
            <a:ext cx="4480560" cy="2654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69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B4C4D5"/>
                </a:solidFill>
                <a:latin typeface="Arial"/>
              </a:defRPr>
            </a:pPr>
            <a:r>
              <a:t>Meaning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9808" y="2528316"/>
            <a:ext cx="4617720" cy="26212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664"/>
              </a:lnSpc>
              <a:spcBef>
                <a:spcPts val="0"/>
              </a:spcBef>
              <a:spcAft>
                <a:spcPts val="0"/>
              </a:spcAft>
              <a:defRPr sz="1280" b="0">
                <a:solidFill>
                  <a:srgbClr val="F4F7FA"/>
                </a:solidFill>
                <a:latin typeface="Courier New"/>
              </a:defRPr>
            </a:pPr>
            <a:r>
              <a:t>distance_m / angle_deg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504688" y="2528316"/>
            <a:ext cx="1463040" cy="2654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69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B4C4D5"/>
                </a:solidFill>
                <a:latin typeface="Arial"/>
              </a:defRPr>
            </a:pPr>
            <a:r>
              <a:t>1.0 / 90.0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67728" y="2528316"/>
            <a:ext cx="4480560" cy="2654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69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B4C4D5"/>
                </a:solidFill>
                <a:latin typeface="Arial"/>
              </a:defRPr>
            </a:pPr>
            <a:r>
              <a:t>Straight segment / rotate angle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94360" y="2843784"/>
            <a:ext cx="10972800" cy="384048"/>
          </a:xfrm>
          <a:prstGeom prst="rect">
            <a:avLst/>
          </a:prstGeom>
          <a:solidFill>
            <a:srgbClr val="192C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9808" y="2921508"/>
            <a:ext cx="4617720" cy="26212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664"/>
              </a:lnSpc>
              <a:spcBef>
                <a:spcPts val="0"/>
              </a:spcBef>
              <a:spcAft>
                <a:spcPts val="0"/>
              </a:spcAft>
              <a:defRPr sz="1280" b="0">
                <a:solidFill>
                  <a:srgbClr val="F4F7FA"/>
                </a:solidFill>
                <a:latin typeface="Courier New"/>
              </a:defRPr>
            </a:pPr>
            <a:r>
              <a:t>circle_radius_m / square_side_m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504688" y="2921508"/>
            <a:ext cx="1463040" cy="2654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69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B4C4D5"/>
                </a:solidFill>
                <a:latin typeface="Arial"/>
              </a:defRPr>
            </a:pPr>
            <a:r>
              <a:t>1.0 / 1.0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67728" y="2921508"/>
            <a:ext cx="4480560" cy="2654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69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B4C4D5"/>
                </a:solidFill>
                <a:latin typeface="Arial"/>
              </a:defRPr>
            </a:pPr>
            <a:r>
              <a:t>Circle radius / square side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9808" y="3314700"/>
            <a:ext cx="4617720" cy="26212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664"/>
              </a:lnSpc>
              <a:spcBef>
                <a:spcPts val="0"/>
              </a:spcBef>
              <a:spcAft>
                <a:spcPts val="0"/>
              </a:spcAft>
              <a:defRPr sz="1280" b="0">
                <a:solidFill>
                  <a:srgbClr val="F4F7FA"/>
                </a:solidFill>
                <a:latin typeface="Courier New"/>
              </a:defRPr>
            </a:pPr>
            <a:r>
              <a:t>s_length_m / s_radius_m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504688" y="3314700"/>
            <a:ext cx="1463040" cy="2654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69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B4C4D5"/>
                </a:solidFill>
                <a:latin typeface="Arial"/>
              </a:defRPr>
            </a:pPr>
            <a:r>
              <a:t>4.0 / 1.0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67728" y="3314700"/>
            <a:ext cx="4480560" cy="2654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69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B4C4D5"/>
                </a:solidFill>
                <a:latin typeface="Arial"/>
              </a:defRPr>
            </a:pPr>
            <a:r>
              <a:t>S travel length / minimum nominal radius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94360" y="3630168"/>
            <a:ext cx="10972800" cy="384048"/>
          </a:xfrm>
          <a:prstGeom prst="rect">
            <a:avLst/>
          </a:prstGeom>
          <a:solidFill>
            <a:srgbClr val="192C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49808" y="3707891"/>
            <a:ext cx="4617720" cy="26212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664"/>
              </a:lnSpc>
              <a:spcBef>
                <a:spcPts val="0"/>
              </a:spcBef>
              <a:spcAft>
                <a:spcPts val="0"/>
              </a:spcAft>
              <a:defRPr sz="1280" b="0">
                <a:solidFill>
                  <a:srgbClr val="F4F7FA"/>
                </a:solidFill>
                <a:latin typeface="Courier New"/>
              </a:defRPr>
            </a:pPr>
            <a:r>
              <a:t>clockwise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504688" y="3707891"/>
            <a:ext cx="1463040" cy="2654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69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B4C4D5"/>
                </a:solidFill>
                <a:latin typeface="Arial"/>
              </a:defRPr>
            </a:pPr>
            <a:r>
              <a:t>false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967728" y="3707891"/>
            <a:ext cx="4480560" cy="2654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69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B4C4D5"/>
                </a:solidFill>
                <a:latin typeface="Arial"/>
              </a:defRPr>
            </a:pPr>
            <a:r>
              <a:t>Circle/square clockwise; S right-first if true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9808" y="4101084"/>
            <a:ext cx="4617720" cy="26212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664"/>
              </a:lnSpc>
              <a:spcBef>
                <a:spcPts val="0"/>
              </a:spcBef>
              <a:spcAft>
                <a:spcPts val="0"/>
              </a:spcAft>
              <a:defRPr sz="1280" b="0">
                <a:solidFill>
                  <a:srgbClr val="F4F7FA"/>
                </a:solidFill>
                <a:latin typeface="Courier New"/>
              </a:defRPr>
            </a:pPr>
            <a:r>
              <a:t>linear_speed_mps / angular_speed_radps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504688" y="4101084"/>
            <a:ext cx="1463040" cy="2654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69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B4C4D5"/>
                </a:solidFill>
                <a:latin typeface="Arial"/>
              </a:defRPr>
            </a:pPr>
            <a:r>
              <a:t>0.1 / 0.2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967728" y="4101084"/>
            <a:ext cx="4480560" cy="2654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69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B4C4D5"/>
                </a:solidFill>
                <a:latin typeface="Arial"/>
              </a:defRPr>
            </a:pPr>
            <a:r>
              <a:t>Body velocity limits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94360" y="4416552"/>
            <a:ext cx="10972800" cy="384048"/>
          </a:xfrm>
          <a:prstGeom prst="rect">
            <a:avLst/>
          </a:prstGeom>
          <a:solidFill>
            <a:srgbClr val="192C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49808" y="4494276"/>
            <a:ext cx="4617720" cy="26212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664"/>
              </a:lnSpc>
              <a:spcBef>
                <a:spcPts val="0"/>
              </a:spcBef>
              <a:spcAft>
                <a:spcPts val="0"/>
              </a:spcAft>
              <a:defRPr sz="1280" b="0">
                <a:solidFill>
                  <a:srgbClr val="F4F7FA"/>
                </a:solidFill>
                <a:latin typeface="Courier New"/>
              </a:defRPr>
            </a:pPr>
            <a:r>
              <a:t>linear_accel_mps2 / angular_accel_radps2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504688" y="4494276"/>
            <a:ext cx="1463040" cy="2654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69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B4C4D5"/>
                </a:solidFill>
                <a:latin typeface="Arial"/>
              </a:defRPr>
            </a:pPr>
            <a:r>
              <a:t>0.1 / 0.2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967728" y="4494276"/>
            <a:ext cx="4480560" cy="2654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69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B4C4D5"/>
                </a:solidFill>
                <a:latin typeface="Arial"/>
              </a:defRPr>
            </a:pPr>
            <a:r>
              <a:t>Body acceleration limits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49808" y="4887468"/>
            <a:ext cx="4617720" cy="26212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664"/>
              </a:lnSpc>
              <a:spcBef>
                <a:spcPts val="0"/>
              </a:spcBef>
              <a:spcAft>
                <a:spcPts val="0"/>
              </a:spcAft>
              <a:defRPr sz="1280" b="0">
                <a:solidFill>
                  <a:srgbClr val="F4F7FA"/>
                </a:solidFill>
                <a:latin typeface="Courier New"/>
              </a:defRPr>
            </a:pPr>
            <a:r>
              <a:t>s_heading_gain / s_lateral_gain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504688" y="4887468"/>
            <a:ext cx="1463040" cy="2654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69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B4C4D5"/>
                </a:solidFill>
                <a:latin typeface="Arial"/>
              </a:defRPr>
            </a:pPr>
            <a:r>
              <a:t>1.0 / 1.0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967728" y="4887468"/>
            <a:ext cx="4480560" cy="2654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69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B4C4D5"/>
                </a:solidFill>
                <a:latin typeface="Arial"/>
              </a:defRPr>
            </a:pPr>
            <a:r>
              <a:t>S correction: 1/s and 1/m^2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94360" y="5202936"/>
            <a:ext cx="10972800" cy="384048"/>
          </a:xfrm>
          <a:prstGeom prst="rect">
            <a:avLst/>
          </a:prstGeom>
          <a:solidFill>
            <a:srgbClr val="192C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49808" y="5280659"/>
            <a:ext cx="4617720" cy="26212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664"/>
              </a:lnSpc>
              <a:spcBef>
                <a:spcPts val="0"/>
              </a:spcBef>
              <a:spcAft>
                <a:spcPts val="0"/>
              </a:spcAft>
              <a:defRPr sz="1280" b="0">
                <a:solidFill>
                  <a:srgbClr val="F4F7FA"/>
                </a:solidFill>
                <a:latin typeface="Courier New"/>
              </a:defRPr>
            </a:pPr>
            <a:r>
              <a:t>repetitions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504688" y="5280659"/>
            <a:ext cx="1463040" cy="2654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69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B4C4D5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967728" y="5280659"/>
            <a:ext cx="4480560" cy="2654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69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B4C4D5"/>
                </a:solidFill>
                <a:latin typeface="Arial"/>
              </a:defRPr>
            </a:pPr>
            <a:r>
              <a:t>Pairs or complete shapes, depending on pattern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85800" y="5852160"/>
            <a:ext cx="10881360" cy="3149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080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FFBE75"/>
                </a:solidFill>
                <a:latin typeface="Arial"/>
              </a:defRPr>
            </a:pPr>
            <a:r>
              <a:t>The feature defaults to enabled. It does not start tests or enable motors automatically.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101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11480" y="384048"/>
            <a:ext cx="109728" cy="219456"/>
          </a:xfrm>
          <a:prstGeom prst="rect">
            <a:avLst/>
          </a:prstGeom>
          <a:solidFill>
            <a:srgbClr val="51D5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56616"/>
            <a:ext cx="10058400" cy="2324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3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51D5BF"/>
                </a:solidFill>
                <a:latin typeface="Arial"/>
              </a:defRPr>
            </a:pPr>
            <a:r>
              <a:t>09 / COMMAND OWNERSHIP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850392"/>
            <a:ext cx="10972800" cy="5791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4160"/>
              </a:lnSpc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F4F7FA"/>
                </a:solidFill>
                <a:latin typeface="Arial"/>
              </a:defRPr>
            </a:pPr>
            <a:r>
              <a:t>Normal commands can take over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1499616"/>
            <a:ext cx="10972800" cy="3149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080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B4C4D5"/>
                </a:solidFill>
                <a:latin typeface="Arial"/>
              </a:defRPr>
            </a:pPr>
            <a:r>
              <a:t>Tests and normal driving share the same node and motor enable state.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473952"/>
            <a:ext cx="9144000" cy="2159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B4C4D5"/>
                </a:solidFill>
                <a:latin typeface="Arial"/>
              </a:defRPr>
            </a:pPr>
            <a:r>
              <a:t>motor_control_g4dual  /  TEST PATTERNS v3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46520"/>
            <a:ext cx="594360" cy="2654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690"/>
              </a:lnSpc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51D5BF"/>
                </a:solidFill>
                <a:latin typeface="Arial"/>
              </a:defRPr>
            </a:pPr>
            <a:r>
              <a:t>10</a:t>
            </a:r>
          </a:p>
        </p:txBody>
      </p:sp>
      <p:sp>
        <p:nvSpPr>
          <p:cNvPr id="9" name="Rectangle 8"/>
          <p:cNvSpPr/>
          <p:nvPr/>
        </p:nvSpPr>
        <p:spPr>
          <a:xfrm>
            <a:off x="914400" y="2423160"/>
            <a:ext cx="2834640" cy="777240"/>
          </a:xfrm>
          <a:prstGeom prst="rect">
            <a:avLst/>
          </a:prstGeom>
          <a:solidFill>
            <a:srgbClr val="192C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2651760"/>
            <a:ext cx="2514600" cy="3479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4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51D5BF"/>
                </a:solidFill>
                <a:latin typeface="Arial"/>
              </a:defRPr>
            </a:pPr>
            <a:r>
              <a:t>TEST RUNNING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617720" y="2423160"/>
            <a:ext cx="2834640" cy="777240"/>
          </a:xfrm>
          <a:prstGeom prst="rect">
            <a:avLst/>
          </a:prstGeom>
          <a:solidFill>
            <a:srgbClr val="192C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00600" y="2651760"/>
            <a:ext cx="2514600" cy="3479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4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82B5FF"/>
                </a:solidFill>
                <a:latin typeface="Arial"/>
              </a:defRPr>
            </a:pPr>
            <a:r>
              <a:t>cmd_vel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321040" y="2423160"/>
            <a:ext cx="2834640" cy="777240"/>
          </a:xfrm>
          <a:prstGeom prst="rect">
            <a:avLst/>
          </a:prstGeom>
          <a:solidFill>
            <a:srgbClr val="192C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03919" y="2651760"/>
            <a:ext cx="2514600" cy="3479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4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4F7FA"/>
                </a:solidFill>
                <a:latin typeface="Arial"/>
              </a:defRPr>
            </a:pPr>
            <a:r>
              <a:t>NORMAL DRIVE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3813048" y="2816352"/>
            <a:ext cx="649224" cy="0"/>
          </a:xfrm>
          <a:prstGeom prst="line">
            <a:avLst/>
          </a:prstGeom>
          <a:ln w="38100">
            <a:solidFill>
              <a:srgbClr val="51D5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H="1">
            <a:off x="4316279" y="2816352"/>
            <a:ext cx="145993" cy="76005"/>
          </a:xfrm>
          <a:prstGeom prst="line">
            <a:avLst/>
          </a:prstGeom>
          <a:ln w="38100">
            <a:solidFill>
              <a:srgbClr val="51D5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H="1" flipV="1">
            <a:off x="4316279" y="2740346"/>
            <a:ext cx="145993" cy="76006"/>
          </a:xfrm>
          <a:prstGeom prst="line">
            <a:avLst/>
          </a:prstGeom>
          <a:ln w="38100">
            <a:solidFill>
              <a:srgbClr val="51D5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7516368" y="2816352"/>
            <a:ext cx="667511" cy="0"/>
          </a:xfrm>
          <a:prstGeom prst="line">
            <a:avLst/>
          </a:prstGeom>
          <a:ln w="38100">
            <a:solidFill>
              <a:srgbClr val="51D5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H="1">
            <a:off x="8037887" y="2816352"/>
            <a:ext cx="145992" cy="76005"/>
          </a:xfrm>
          <a:prstGeom prst="line">
            <a:avLst/>
          </a:prstGeom>
          <a:ln w="38100">
            <a:solidFill>
              <a:srgbClr val="51D5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H="1" flipV="1">
            <a:off x="8037887" y="2740346"/>
            <a:ext cx="145992" cy="76006"/>
          </a:xfrm>
          <a:prstGeom prst="line">
            <a:avLst/>
          </a:prstGeom>
          <a:ln w="38100">
            <a:solidFill>
              <a:srgbClr val="51D5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868680" y="3657600"/>
            <a:ext cx="10515600" cy="381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4F7FA"/>
                </a:solidFill>
                <a:latin typeface="Arial"/>
              </a:defRPr>
            </a:pPr>
            <a:r>
              <a:t>Valid cmd_vel, including zero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8680" y="3986784"/>
            <a:ext cx="10515600" cy="33147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210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B4C4D5"/>
                </a:solidFill>
                <a:latin typeface="Arial"/>
              </a:defRPr>
            </a:pPr>
            <a:r>
              <a:t>Ends the test and takes control with that command.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8680" y="4416552"/>
            <a:ext cx="10515600" cy="381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4F7FA"/>
                </a:solidFill>
                <a:latin typeface="Arial"/>
              </a:defRPr>
            </a:pPr>
            <a:r>
              <a:t>Normal completion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8680" y="4745736"/>
            <a:ext cx="10515600" cy="33147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210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B4C4D5"/>
                </a:solidFill>
                <a:latin typeface="Arial"/>
              </a:defRPr>
            </a:pPr>
            <a:r>
              <a:t>Zero speed; motors stay enabled for the next command.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8680" y="5175504"/>
            <a:ext cx="10515600" cy="381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4F7FA"/>
                </a:solidFill>
                <a:latin typeface="Arial"/>
              </a:defRPr>
            </a:pPr>
            <a:r>
              <a:t>Cancel, fault or emergency stop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8680" y="5504688"/>
            <a:ext cx="10515600" cy="33147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210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B4C4D5"/>
                </a:solidFill>
                <a:latin typeface="Arial"/>
              </a:defRPr>
            </a:pPr>
            <a:r>
              <a:t>Motion is gated; explicitly re-enable after resolving it.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68680" y="6089904"/>
            <a:ext cx="10515600" cy="2819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2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FFBE75"/>
                </a:solidFill>
                <a:latin typeface="Arial"/>
              </a:defRPr>
            </a:pPr>
            <a:r>
              <a:t>Pause periodic cmd_vel publishers while testing, or their next message will interrupt the test.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101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11480" y="384048"/>
            <a:ext cx="109728" cy="219456"/>
          </a:xfrm>
          <a:prstGeom prst="rect">
            <a:avLst/>
          </a:prstGeom>
          <a:solidFill>
            <a:srgbClr val="51D5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56616"/>
            <a:ext cx="10058400" cy="2324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3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51D5BF"/>
                </a:solidFill>
                <a:latin typeface="Arial"/>
              </a:defRPr>
            </a:pPr>
            <a:r>
              <a:t>10 / CSV &amp; MEANING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850392"/>
            <a:ext cx="10972800" cy="5791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4160"/>
              </a:lnSpc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F4F7FA"/>
                </a:solidFill>
                <a:latin typeface="Arial"/>
              </a:defRPr>
            </a:pPr>
            <a:r>
              <a:t>Read the result, not only the status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1499616"/>
            <a:ext cx="10972800" cy="3149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080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B4C4D5"/>
                </a:solidFill>
                <a:latin typeface="Arial"/>
              </a:defRPr>
            </a:pPr>
            <a:r>
              <a:t>aic mc tp status shows state, segment, outcome reason and the CSV path.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473952"/>
            <a:ext cx="9144000" cy="2159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B4C4D5"/>
                </a:solidFill>
                <a:latin typeface="Arial"/>
              </a:defRPr>
            </a:pPr>
            <a:r>
              <a:t>motor_control_g4dual  /  TEST PATTERNS v3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46520"/>
            <a:ext cx="594360" cy="2654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690"/>
              </a:lnSpc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51D5BF"/>
                </a:solidFill>
                <a:latin typeface="Arial"/>
              </a:defRPr>
            </a:pPr>
            <a:r>
              <a:t>11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2130552"/>
            <a:ext cx="4937760" cy="3593592"/>
          </a:xfrm>
          <a:prstGeom prst="rect">
            <a:avLst/>
          </a:prstGeom>
          <a:solidFill>
            <a:srgbClr val="192C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7824" y="2359152"/>
            <a:ext cx="4526280" cy="2654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690"/>
              </a:lnSpc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51D5BF"/>
                </a:solidFill>
                <a:latin typeface="Arial"/>
              </a:defRPr>
            </a:pPr>
            <a:r>
              <a:t>ILLUSTRATIVE STOPPED RESULT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7824" y="2889504"/>
            <a:ext cx="4526280" cy="10414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F4F7FA"/>
                </a:solidFill>
                <a:latin typeface="Courier New"/>
              </a:defRPr>
            </a:pPr>
            <a:r>
              <a:t>Target       1.000 m</a:t>
            </a:r>
          </a:p>
          <a:p>
            <a:pPr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F4F7FA"/>
                </a:solidFill>
                <a:latin typeface="Courier New"/>
              </a:defRPr>
            </a:pPr>
            <a:r>
              <a:t>Measured     1.025 m</a:t>
            </a:r>
          </a:p>
          <a:p>
            <a:pPr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F4F7FA"/>
                </a:solidFill>
                <a:latin typeface="Courier New"/>
              </a:defRPr>
            </a:pPr>
            <a:r>
              <a:t>Difference  +0.025 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7824" y="4187952"/>
            <a:ext cx="4526280" cy="4800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380"/>
              </a:lnSpc>
              <a:spcBef>
                <a:spcPts val="0"/>
              </a:spcBef>
              <a:spcAft>
                <a:spcPts val="0"/>
              </a:spcAft>
              <a:defRPr sz="2600" b="1">
                <a:solidFill>
                  <a:srgbClr val="FFBE75"/>
                </a:solidFill>
                <a:latin typeface="Arial"/>
              </a:defRPr>
            </a:pPr>
            <a:r>
              <a:t>+25 mm overshoot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7824" y="4800600"/>
            <a:ext cx="4526280" cy="4800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69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B4C4D5"/>
                </a:solidFill>
                <a:latin typeface="Courier New"/>
              </a:defRPr>
            </a:pPr>
            <a:r>
              <a:t>last_stopped_segment_progress</a:t>
            </a:r>
          </a:p>
          <a:p>
            <a:pPr>
              <a:lnSpc>
                <a:spcPts val="169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B4C4D5"/>
                </a:solidFill>
                <a:latin typeface="Courier New"/>
              </a:defRPr>
            </a:pPr>
            <a:r>
              <a:t>- last_stopped_segment_target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89320" y="2377440"/>
            <a:ext cx="5532120" cy="3479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4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4F7FA"/>
                </a:solidFill>
                <a:latin typeface="Arial"/>
              </a:defRPr>
            </a:pPr>
            <a:r>
              <a:t>Check units and segment type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89320" y="2706624"/>
            <a:ext cx="5532120" cy="2984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950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B4C4D5"/>
                </a:solidFill>
                <a:latin typeface="Arial"/>
              </a:defRPr>
            </a:pPr>
            <a:r>
              <a:t>line / s_curve: m     turn / arc: rad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89320" y="3172968"/>
            <a:ext cx="5532120" cy="3479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4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4F7FA"/>
                </a:solidFill>
                <a:latin typeface="Arial"/>
              </a:defRPr>
            </a:pPr>
            <a:r>
              <a:t>Compare targets and feedback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89320" y="3502152"/>
            <a:ext cx="5532120" cy="2984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950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B4C4D5"/>
                </a:solidFill>
                <a:latin typeface="Arial"/>
              </a:defRPr>
            </a:pPr>
            <a:r>
              <a:t>Normalized wheel RPM; account for feedback delay.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89320" y="3968496"/>
            <a:ext cx="5532120" cy="3479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4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4F7FA"/>
                </a:solidFill>
                <a:latin typeface="Arial"/>
              </a:defRPr>
            </a:pPr>
            <a:r>
              <a:t>Inspect path_error_m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89320" y="4297680"/>
            <a:ext cx="5532120" cy="2984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950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B4C4D5"/>
                </a:solidFill>
                <a:latin typeface="Arial"/>
              </a:defRPr>
            </a:pPr>
            <a:r>
              <a:t>Lateral / radial / turn translation / S cross-track.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89320" y="4764024"/>
            <a:ext cx="5532120" cy="3479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4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4F7FA"/>
                </a:solidFill>
                <a:latin typeface="Arial"/>
              </a:defRPr>
            </a:pPr>
            <a:r>
              <a:t>CSV directory on the robot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89320" y="5093208"/>
            <a:ext cx="5532120" cy="2984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950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B4C4D5"/>
                </a:solidFill>
                <a:latin typeface="Arial"/>
              </a:defRPr>
            </a:pPr>
            <a:r>
              <a:t>/tmp/motor_control_tests (configurable)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4944" y="6044184"/>
            <a:ext cx="10972800" cy="2984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950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BE75"/>
                </a:solidFill>
                <a:latin typeface="Arial"/>
              </a:defRPr>
            </a:pPr>
            <a:r>
              <a:t>completed = sequence finished. Wheel odometry is not independent proof of ground-track accuracy.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101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11480" y="384048"/>
            <a:ext cx="109728" cy="219456"/>
          </a:xfrm>
          <a:prstGeom prst="rect">
            <a:avLst/>
          </a:prstGeom>
          <a:solidFill>
            <a:srgbClr val="51D5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56616"/>
            <a:ext cx="10058400" cy="2324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3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51D5BF"/>
                </a:solidFill>
                <a:latin typeface="Arial"/>
              </a:defRPr>
            </a:pPr>
            <a:r>
              <a:t>11 / TROUBLESHOOTING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850392"/>
            <a:ext cx="10972800" cy="5791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4160"/>
              </a:lnSpc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F4F7FA"/>
                </a:solidFill>
                <a:latin typeface="Arial"/>
              </a:defRPr>
            </a:pPr>
            <a:r>
              <a:t>If a test will not start or stops early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1499616"/>
            <a:ext cx="10972800" cy="3149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080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B4C4D5"/>
                </a:solidFill>
                <a:latin typeface="Arial"/>
              </a:defRPr>
            </a:pPr>
            <a:r>
              <a:t>A published command is a request. Check status for acceptance or the reason for interruption.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473952"/>
            <a:ext cx="9144000" cy="2159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B4C4D5"/>
                </a:solidFill>
                <a:latin typeface="Arial"/>
              </a:defRPr>
            </a:pPr>
            <a:r>
              <a:t>motor_control_g4dual  /  TEST PATTERNS v3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46520"/>
            <a:ext cx="594360" cy="2654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690"/>
              </a:lnSpc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51D5BF"/>
                </a:solidFill>
                <a:latin typeface="Arial"/>
              </a:defRPr>
            </a:pPr>
            <a:r>
              <a:t>12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" y="2075688"/>
            <a:ext cx="10972800" cy="484632"/>
          </a:xfrm>
          <a:prstGeom prst="rect">
            <a:avLst/>
          </a:prstGeom>
          <a:solidFill>
            <a:srgbClr val="192C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6384" y="2194560"/>
            <a:ext cx="3657600" cy="3149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08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51D5BF"/>
                </a:solidFill>
                <a:latin typeface="Arial"/>
              </a:defRPr>
            </a:pPr>
            <a:r>
              <a:t>Rejected before start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17720" y="2194560"/>
            <a:ext cx="6675120" cy="2984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950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B4C4D5"/>
                </a:solidFill>
                <a:latin typeface="Arial"/>
              </a:defRPr>
            </a:pPr>
            <a:r>
              <a:t>Check enabled motors, CAN, fresh position + speed feedback.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94360" y="2642616"/>
            <a:ext cx="10972800" cy="484632"/>
          </a:xfrm>
          <a:prstGeom prst="rect">
            <a:avLst/>
          </a:prstGeom>
          <a:solidFill>
            <a:srgbClr val="192C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6384" y="2761488"/>
            <a:ext cx="3657600" cy="3149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08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51D5BF"/>
                </a:solidFill>
                <a:latin typeface="Arial"/>
              </a:defRPr>
            </a:pPr>
            <a:r>
              <a:t>Recent cmd_vel / moving wheels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17720" y="2761488"/>
            <a:ext cx="6675120" cy="2984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950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B4C4D5"/>
                </a:solidFill>
                <a:latin typeface="Arial"/>
              </a:defRPr>
            </a:pPr>
            <a:r>
              <a:t>Stop command publishers; wait for timeout and standstill.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94360" y="3209544"/>
            <a:ext cx="10972800" cy="484632"/>
          </a:xfrm>
          <a:prstGeom prst="rect">
            <a:avLst/>
          </a:prstGeom>
          <a:solidFill>
            <a:srgbClr val="192C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86384" y="3328415"/>
            <a:ext cx="3657600" cy="3149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08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51D5BF"/>
                </a:solidFill>
                <a:latin typeface="Arial"/>
              </a:defRPr>
            </a:pPr>
            <a:r>
              <a:t>Aborted: external cmd_vel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17720" y="3328415"/>
            <a:ext cx="6675120" cy="2984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950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B4C4D5"/>
                </a:solidFill>
                <a:latin typeface="Arial"/>
              </a:defRPr>
            </a:pPr>
            <a:r>
              <a:t>Normal command took control; the test will not resume.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94360" y="3776472"/>
            <a:ext cx="10972800" cy="484632"/>
          </a:xfrm>
          <a:prstGeom prst="rect">
            <a:avLst/>
          </a:prstGeom>
          <a:solidFill>
            <a:srgbClr val="192C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86384" y="3895344"/>
            <a:ext cx="3657600" cy="3149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08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51D5BF"/>
                </a:solidFill>
                <a:latin typeface="Arial"/>
              </a:defRPr>
            </a:pPr>
            <a:r>
              <a:t>No progress / stale feedback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17720" y="3895344"/>
            <a:ext cx="6675120" cy="2984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950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B4C4D5"/>
                </a:solidFill>
                <a:latin typeface="Arial"/>
              </a:defRPr>
            </a:pPr>
            <a:r>
              <a:t>Inspect obstruction, wheel direction, encoders and CAN.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94360" y="4343400"/>
            <a:ext cx="10972800" cy="484632"/>
          </a:xfrm>
          <a:prstGeom prst="rect">
            <a:avLst/>
          </a:prstGeom>
          <a:solidFill>
            <a:srgbClr val="192C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86384" y="4462272"/>
            <a:ext cx="3657600" cy="3149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08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51D5BF"/>
                </a:solidFill>
                <a:latin typeface="Arial"/>
              </a:defRPr>
            </a:pPr>
            <a:r>
              <a:t>Segment timeout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17720" y="4462272"/>
            <a:ext cx="6675120" cy="2984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950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B4C4D5"/>
                </a:solidFill>
                <a:latin typeface="Arial"/>
              </a:defRPr>
            </a:pPr>
            <a:r>
              <a:t>60 s per movement/wait; circle motion has a 120 s default.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94360" y="4910328"/>
            <a:ext cx="10972800" cy="484632"/>
          </a:xfrm>
          <a:prstGeom prst="rect">
            <a:avLst/>
          </a:prstGeom>
          <a:solidFill>
            <a:srgbClr val="192C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86384" y="5029200"/>
            <a:ext cx="3657600" cy="3149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08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51D5BF"/>
                </a:solidFill>
                <a:latin typeface="Arial"/>
              </a:defRPr>
            </a:pPr>
            <a:r>
              <a:t>CSV cannot be written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617720" y="5029200"/>
            <a:ext cx="6675120" cy="2984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950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B4C4D5"/>
                </a:solidFill>
                <a:latin typeface="Arial"/>
              </a:defRPr>
            </a:pPr>
            <a:r>
              <a:t>Use a writable local log directory; check disk space.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1520" y="5760720"/>
            <a:ext cx="10972800" cy="5130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2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FFBE75"/>
                </a:solidFill>
                <a:latin typeface="Arial"/>
              </a:defRPr>
            </a:pPr>
            <a:r>
              <a:t>Feedback timeout: 500 ms. Stall timeout: 5 s. Standstill: both wheels &lt;= 0.5 RPM for 0.5 s.</a:t>
            </a:r>
          </a:p>
          <a:p>
            <a:pPr>
              <a:lnSpc>
                <a:spcPts val="182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FFBE75"/>
                </a:solidFill>
                <a:latin typeface="Arial"/>
              </a:defRPr>
            </a:pPr>
            <a:r>
              <a:t>Cancel requests the existing ramp stop; an aborted state does not confirm physical standstill.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101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11480" y="384048"/>
            <a:ext cx="109728" cy="219456"/>
          </a:xfrm>
          <a:prstGeom prst="rect">
            <a:avLst/>
          </a:prstGeom>
          <a:solidFill>
            <a:srgbClr val="51D5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56616"/>
            <a:ext cx="10058400" cy="2324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3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51D5BF"/>
                </a:solidFill>
                <a:latin typeface="Arial"/>
              </a:defRPr>
            </a:pPr>
            <a:r>
              <a:t>12 / QUICK REFERENCE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850392"/>
            <a:ext cx="10972800" cy="5791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4160"/>
              </a:lnSpc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F4F7FA"/>
                </a:solidFill>
                <a:latin typeface="Arial"/>
              </a:defRPr>
            </a:pPr>
            <a:r>
              <a:t>Commands to keep beside the robot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1499616"/>
            <a:ext cx="10972800" cy="3149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080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B4C4D5"/>
                </a:solidFill>
                <a:latin typeface="Arial"/>
              </a:defRPr>
            </a:pPr>
            <a:r>
              <a:t>Use one pattern at a time. Begin with short, low-speed runs and inspect the record.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473952"/>
            <a:ext cx="9144000" cy="2159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B4C4D5"/>
                </a:solidFill>
                <a:latin typeface="Arial"/>
              </a:defRPr>
            </a:pPr>
            <a:r>
              <a:t>motor_control_g4dual  /  TEST PATTERNS v3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46520"/>
            <a:ext cx="594360" cy="2654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690"/>
              </a:lnSpc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51D5BF"/>
                </a:solidFill>
                <a:latin typeface="Arial"/>
              </a:defRPr>
            </a:pPr>
            <a:r>
              <a:t>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103120"/>
            <a:ext cx="5394960" cy="3975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730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51D5BF"/>
                </a:solidFill>
                <a:latin typeface="Courier New"/>
              </a:defRPr>
            </a:pPr>
            <a:r>
              <a:t>aic mc tp straight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468879"/>
            <a:ext cx="5394960" cy="3149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080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B4C4D5"/>
                </a:solidFill>
                <a:latin typeface="Arial"/>
              </a:defRPr>
            </a:pPr>
            <a:r>
              <a:t>Forward / reverse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889503"/>
            <a:ext cx="5394960" cy="3975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730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51D5BF"/>
                </a:solidFill>
                <a:latin typeface="Courier New"/>
              </a:defRPr>
            </a:pPr>
            <a:r>
              <a:t>aic mc tp rotate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3255263"/>
            <a:ext cx="5394960" cy="3149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080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B4C4D5"/>
                </a:solidFill>
                <a:latin typeface="Arial"/>
              </a:defRPr>
            </a:pPr>
            <a:r>
              <a:t>Left / right rotation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3675887"/>
            <a:ext cx="5394960" cy="3975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730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51D5BF"/>
                </a:solidFill>
                <a:latin typeface="Courier New"/>
              </a:defRPr>
            </a:pPr>
            <a:r>
              <a:t>aic mc tp circle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4041648"/>
            <a:ext cx="5394960" cy="3149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080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B4C4D5"/>
                </a:solidFill>
                <a:latin typeface="Arial"/>
              </a:defRPr>
            </a:pPr>
            <a:r>
              <a:t>Full circle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4462272"/>
            <a:ext cx="5394960" cy="3975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730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51D5BF"/>
                </a:solidFill>
                <a:latin typeface="Courier New"/>
              </a:defRPr>
            </a:pPr>
            <a:r>
              <a:t>aic mc tp square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4828032"/>
            <a:ext cx="5394960" cy="3149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080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B4C4D5"/>
                </a:solidFill>
                <a:latin typeface="Arial"/>
              </a:defRPr>
            </a:pPr>
            <a:r>
              <a:t>Stopped-corner square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0" y="2103120"/>
            <a:ext cx="5394960" cy="3975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730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51D5BF"/>
                </a:solidFill>
                <a:latin typeface="Courier New"/>
              </a:defRPr>
            </a:pPr>
            <a:r>
              <a:t>aic mc tp 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0" y="2468879"/>
            <a:ext cx="5394960" cy="3149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080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B4C4D5"/>
                </a:solidFill>
                <a:latin typeface="Arial"/>
              </a:defRPr>
            </a:pPr>
            <a:r>
              <a:t>Smooth 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2240" y="2889503"/>
            <a:ext cx="5394960" cy="3975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730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51D5BF"/>
                </a:solidFill>
                <a:latin typeface="Courier New"/>
              </a:defRPr>
            </a:pPr>
            <a:r>
              <a:t>aic mc tp status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3255263"/>
            <a:ext cx="5394960" cy="3149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080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B4C4D5"/>
                </a:solidFill>
                <a:latin typeface="Arial"/>
              </a:defRPr>
            </a:pPr>
            <a:r>
              <a:t>Monitor outcome + CSV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92240" y="3675887"/>
            <a:ext cx="5394960" cy="3975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730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51D5BF"/>
                </a:solidFill>
                <a:latin typeface="Courier New"/>
              </a:defRPr>
            </a:pPr>
            <a:r>
              <a:t>aic mc tp cancel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92240" y="4041648"/>
            <a:ext cx="5394960" cy="3149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080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B4C4D5"/>
                </a:solidFill>
                <a:latin typeface="Arial"/>
              </a:defRPr>
            </a:pPr>
            <a:r>
              <a:t>Cancel and gate motion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92240" y="4462272"/>
            <a:ext cx="5394960" cy="3975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730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51D5BF"/>
                </a:solidFill>
                <a:latin typeface="Courier New"/>
              </a:defRPr>
            </a:pPr>
            <a:r>
              <a:t>aic mc tp help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92240" y="4828032"/>
            <a:ext cx="5394960" cy="3149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080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B4C4D5"/>
                </a:solidFill>
                <a:latin typeface="Arial"/>
              </a:defRPr>
            </a:pPr>
            <a:r>
              <a:t>Show command help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94360" y="5559552"/>
            <a:ext cx="10972800" cy="566928"/>
          </a:xfrm>
          <a:prstGeom prst="rect">
            <a:avLst/>
          </a:prstGeom>
          <a:solidFill>
            <a:srgbClr val="192C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2960" y="5705856"/>
            <a:ext cx="10515600" cy="3149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080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F4F7FA"/>
                </a:solidFill>
                <a:latin typeface="Arial"/>
              </a:defRPr>
            </a:pPr>
            <a:r>
              <a:t>Observe -&gt; compare -&gt; tune -&gt; repeat. Validate physical accuracy using external measurements.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Motor Test Patterns | Usage &amp; Meaning</dc:title>
  <dc:subject>motor_control_g4dual v3 operator guide</dc:subject>
  <dc:creator>Motor Control Project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